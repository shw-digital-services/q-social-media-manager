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3d731619f44d2" /><Relationship Type="http://schemas.openxmlformats.org/officeDocument/2006/relationships/extended-properties" Target="/docProps/app.xml" Id="R80a77feada8f4c81" /><Relationship Type="http://schemas.openxmlformats.org/officeDocument/2006/relationships/officeDocument" Target="/ppt/presentation.xml" Id="Rf5371ab4c0b244b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47f296f15214774"/>
  </p:sldMasterIdLst>
  <p:notesMasterIdLst>
    <p:notesMasterId xmlns:r="http://schemas.openxmlformats.org/officeDocument/2006/relationships" r:id="Rfcfabc49566e4649"/>
  </p:notesMasterIdLst>
  <p:sldIdLst>
    <p:sldId xmlns:r="http://schemas.openxmlformats.org/officeDocument/2006/relationships" id="256" r:id="R3f4d0ed39e524a53"/>
    <p:sldId xmlns:r="http://schemas.openxmlformats.org/officeDocument/2006/relationships" id="257" r:id="R6fe397cd5b75441a"/>
    <p:sldId xmlns:r="http://schemas.openxmlformats.org/officeDocument/2006/relationships" id="258" r:id="R2cda8283caeb424a"/>
    <p:sldId xmlns:r="http://schemas.openxmlformats.org/officeDocument/2006/relationships" id="259" r:id="Rc0d95e291d714b48"/>
    <p:sldId xmlns:r="http://schemas.openxmlformats.org/officeDocument/2006/relationships" id="260" r:id="Rd723c90048d741bc"/>
    <p:sldId xmlns:r="http://schemas.openxmlformats.org/officeDocument/2006/relationships" id="261" r:id="Rfb0a0149f7c544cc"/>
    <p:sldId xmlns:r="http://schemas.openxmlformats.org/officeDocument/2006/relationships" id="262" r:id="R9c58f87c810c45f5"/>
    <p:sldId xmlns:r="http://schemas.openxmlformats.org/officeDocument/2006/relationships" id="263" r:id="R6006332a71494e16"/>
    <p:sldId xmlns:r="http://schemas.openxmlformats.org/officeDocument/2006/relationships" id="264" r:id="R9c38434ec042409d"/>
    <p:sldId xmlns:r="http://schemas.openxmlformats.org/officeDocument/2006/relationships" id="265" r:id="R57e499dba36b41fc"/>
    <p:sldId xmlns:r="http://schemas.openxmlformats.org/officeDocument/2006/relationships" id="266" r:id="R15ba4e68296240e4"/>
    <p:sldId xmlns:r="http://schemas.openxmlformats.org/officeDocument/2006/relationships" id="267" r:id="Rbd91029286b8412a"/>
    <p:sldId xmlns:r="http://schemas.openxmlformats.org/officeDocument/2006/relationships" id="268" r:id="R59a328d2b66b42a8"/>
    <p:sldId xmlns:r="http://schemas.openxmlformats.org/officeDocument/2006/relationships" id="269" r:id="R2e4ec566a235467c"/>
    <p:sldId xmlns:r="http://schemas.openxmlformats.org/officeDocument/2006/relationships" id="270" r:id="R489b044936a44996"/>
    <p:sldId xmlns:r="http://schemas.openxmlformats.org/officeDocument/2006/relationships" id="271" r:id="R0b96d69cbeea4f18"/>
    <p:sldId xmlns:r="http://schemas.openxmlformats.org/officeDocument/2006/relationships" id="272" r:id="R8ffa0354dc13436d"/>
    <p:sldId xmlns:r="http://schemas.openxmlformats.org/officeDocument/2006/relationships" id="273" r:id="Rf1e9db2f36314040"/>
    <p:sldId xmlns:r="http://schemas.openxmlformats.org/officeDocument/2006/relationships" id="274" r:id="R0fbc4e8d2ad944a8"/>
    <p:sldId xmlns:r="http://schemas.openxmlformats.org/officeDocument/2006/relationships" id="275" r:id="R13e42dd5d8bb4790"/>
    <p:sldId xmlns:r="http://schemas.openxmlformats.org/officeDocument/2006/relationships" id="276" r:id="Rd0829e4ffa9c49fa"/>
    <p:sldId xmlns:r="http://schemas.openxmlformats.org/officeDocument/2006/relationships" id="277" r:id="R0375bf0ece144428"/>
  </p:sldIdLst>
  <p:sldSz cx="12192000" cy="6858000"/>
  <p:notesSz cx="6858000" cy="9144000"/>
  <p:embeddedFontLst>
    <p:embeddedFont>
      <p:font typeface="Inter"/>
      <p:regular xmlns:r="http://schemas.openxmlformats.org/officeDocument/2006/relationships" r:id="Rd54944d403924eab"/>
      <p:bold xmlns:r="http://schemas.openxmlformats.org/officeDocument/2006/relationships" r:id="Rd5450b99d8474187"/>
      <p:italic xmlns:r="http://schemas.openxmlformats.org/officeDocument/2006/relationships" r:id="R449943edb2fb404c"/>
      <p:boldItalic xmlns:r="http://schemas.openxmlformats.org/officeDocument/2006/relationships" r:id="R001a5a37b2624c43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ed33cf0f74e78" /><Relationship Type="http://schemas.openxmlformats.org/officeDocument/2006/relationships/slideMaster" Target="/ppt/slideMasters/slideMaster1.xml" Id="R147f296f15214774" /><Relationship Type="http://schemas.openxmlformats.org/officeDocument/2006/relationships/notesMaster" Target="/ppt/notesMasters/notesMaster1.xml" Id="Rfcfabc49566e4649" /><Relationship Type="http://schemas.openxmlformats.org/officeDocument/2006/relationships/presProps" Target="/ppt/presProps.xml" Id="R710de93e07e44fa8" /><Relationship Type="http://schemas.openxmlformats.org/officeDocument/2006/relationships/viewProps" Target="/ppt/viewProps.xml" Id="R4ed8b333867844fc" /><Relationship Type="http://schemas.openxmlformats.org/officeDocument/2006/relationships/tableStyles" Target="/ppt/tableStyles.xml" Id="R05f11c915b9d43f0" /><Relationship Type="http://schemas.openxmlformats.org/officeDocument/2006/relationships/font" Target="/ppt/fonts/font.dat" Id="Rd54944d403924eab" /><Relationship Type="http://schemas.openxmlformats.org/officeDocument/2006/relationships/font" Target="/ppt/fonts/font2.dat" Id="Rd5450b99d8474187" /><Relationship Type="http://schemas.openxmlformats.org/officeDocument/2006/relationships/font" Target="/ppt/fonts/font3.dat" Id="R449943edb2fb404c" /><Relationship Type="http://schemas.openxmlformats.org/officeDocument/2006/relationships/font" Target="/ppt/fonts/font4.dat" Id="R001a5a37b2624c43" /><Relationship Type="http://schemas.openxmlformats.org/officeDocument/2006/relationships/slide" Target="/ppt/slides/slide1.xml" Id="R3f4d0ed39e524a53" /><Relationship Type="http://schemas.openxmlformats.org/officeDocument/2006/relationships/slide" Target="/ppt/slides/slide2.xml" Id="R6fe397cd5b75441a" /><Relationship Type="http://schemas.openxmlformats.org/officeDocument/2006/relationships/slide" Target="/ppt/slides/slide3.xml" Id="R2cda8283caeb424a" /><Relationship Type="http://schemas.openxmlformats.org/officeDocument/2006/relationships/slide" Target="/ppt/slides/slide4.xml" Id="Rc0d95e291d714b48" /><Relationship Type="http://schemas.openxmlformats.org/officeDocument/2006/relationships/slide" Target="/ppt/slides/slide5.xml" Id="Rd723c90048d741bc" /><Relationship Type="http://schemas.openxmlformats.org/officeDocument/2006/relationships/slide" Target="/ppt/slides/slide6.xml" Id="Rfb0a0149f7c544cc" /><Relationship Type="http://schemas.openxmlformats.org/officeDocument/2006/relationships/slide" Target="/ppt/slides/slide7.xml" Id="R9c58f87c810c45f5" /><Relationship Type="http://schemas.openxmlformats.org/officeDocument/2006/relationships/slide" Target="/ppt/slides/slide8.xml" Id="R6006332a71494e16" /><Relationship Type="http://schemas.openxmlformats.org/officeDocument/2006/relationships/slide" Target="/ppt/slides/slide9.xml" Id="R9c38434ec042409d" /><Relationship Type="http://schemas.openxmlformats.org/officeDocument/2006/relationships/slide" Target="/ppt/slides/slide10.xml" Id="R57e499dba36b41fc" /><Relationship Type="http://schemas.openxmlformats.org/officeDocument/2006/relationships/slide" Target="/ppt/slides/slide11.xml" Id="R15ba4e68296240e4" /><Relationship Type="http://schemas.openxmlformats.org/officeDocument/2006/relationships/slide" Target="/ppt/slides/slide12.xml" Id="Rbd91029286b8412a" /><Relationship Type="http://schemas.openxmlformats.org/officeDocument/2006/relationships/slide" Target="/ppt/slides/slide13.xml" Id="R59a328d2b66b42a8" /><Relationship Type="http://schemas.openxmlformats.org/officeDocument/2006/relationships/slide" Target="/ppt/slides/slide14.xml" Id="R2e4ec566a235467c" /><Relationship Type="http://schemas.openxmlformats.org/officeDocument/2006/relationships/slide" Target="/ppt/slides/slide15.xml" Id="R489b044936a44996" /><Relationship Type="http://schemas.openxmlformats.org/officeDocument/2006/relationships/slide" Target="/ppt/slides/slide16.xml" Id="R0b96d69cbeea4f18" /><Relationship Type="http://schemas.openxmlformats.org/officeDocument/2006/relationships/slide" Target="/ppt/slides/slide17.xml" Id="R8ffa0354dc13436d" /><Relationship Type="http://schemas.openxmlformats.org/officeDocument/2006/relationships/slide" Target="/ppt/slides/slide18.xml" Id="Rf1e9db2f36314040" /><Relationship Type="http://schemas.openxmlformats.org/officeDocument/2006/relationships/slide" Target="/ppt/slides/slide19.xml" Id="R0fbc4e8d2ad944a8" /><Relationship Type="http://schemas.openxmlformats.org/officeDocument/2006/relationships/slide" Target="/ppt/slides/slide20.xml" Id="R13e42dd5d8bb4790" /><Relationship Type="http://schemas.openxmlformats.org/officeDocument/2006/relationships/slide" Target="/ppt/slides/slide21.xml" Id="Rd0829e4ffa9c49fa" /><Relationship Type="http://schemas.openxmlformats.org/officeDocument/2006/relationships/slide" Target="/ppt/slides/slide22.xml" Id="R0375bf0ece14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9d2d9c6ffe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0ced9df9948ad" /><Relationship Type="http://schemas.openxmlformats.org/officeDocument/2006/relationships/notesMaster" Target="/ppt/notesMasters/notesMaster1.xml" Id="Rabdeeaf6489e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25a09ce8745a0" /><Relationship Type="http://schemas.openxmlformats.org/officeDocument/2006/relationships/notesMaster" Target="/ppt/notesMasters/notesMaster1.xml" Id="R2b8ed375d2cf44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3a28dff1b4ef0" /><Relationship Type="http://schemas.openxmlformats.org/officeDocument/2006/relationships/notesMaster" Target="/ppt/notesMasters/notesMaster1.xml" Id="R2bd03452477145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aa1b9d734b4d4a" /><Relationship Type="http://schemas.openxmlformats.org/officeDocument/2006/relationships/notesMaster" Target="/ppt/notesMasters/notesMaster1.xml" Id="Rcb64d5b1d4644e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fb8ab1d974827" /><Relationship Type="http://schemas.openxmlformats.org/officeDocument/2006/relationships/notesMaster" Target="/ppt/notesMasters/notesMaster1.xml" Id="R8dab2ac349fd45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e4e5800d14a51" /><Relationship Type="http://schemas.openxmlformats.org/officeDocument/2006/relationships/notesMaster" Target="/ppt/notesMasters/notesMaster1.xml" Id="Rfe8613d5d42242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450e3268df44bb" /><Relationship Type="http://schemas.openxmlformats.org/officeDocument/2006/relationships/notesMaster" Target="/ppt/notesMasters/notesMaster1.xml" Id="Rd367395066d745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5a836f9d64a52" /><Relationship Type="http://schemas.openxmlformats.org/officeDocument/2006/relationships/notesMaster" Target="/ppt/notesMasters/notesMaster1.xml" Id="R3f130f0cebd048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5d5b126373449a" /><Relationship Type="http://schemas.openxmlformats.org/officeDocument/2006/relationships/notesMaster" Target="/ppt/notesMasters/notesMaster1.xml" Id="Rb23fb1779da64a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6f01d32efd4395" /><Relationship Type="http://schemas.openxmlformats.org/officeDocument/2006/relationships/notesMaster" Target="/ppt/notesMasters/notesMaster1.xml" Id="Rfc51299ad88b41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7fe9a214ec4715" /><Relationship Type="http://schemas.openxmlformats.org/officeDocument/2006/relationships/notesMaster" Target="/ppt/notesMasters/notesMaster1.xml" Id="R476de25ae97846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c4e5594cb34e3f" /><Relationship Type="http://schemas.openxmlformats.org/officeDocument/2006/relationships/notesMaster" Target="/ppt/notesMasters/notesMaster1.xml" Id="Rd2cd5457e388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92f798cf474c98" /><Relationship Type="http://schemas.openxmlformats.org/officeDocument/2006/relationships/notesMaster" Target="/ppt/notesMasters/notesMaster1.xml" Id="Re4c5190063964f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c9d67962324d4e" /><Relationship Type="http://schemas.openxmlformats.org/officeDocument/2006/relationships/notesMaster" Target="/ppt/notesMasters/notesMaster1.xml" Id="R4ad8a8b26a3945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64780eae584b97" /><Relationship Type="http://schemas.openxmlformats.org/officeDocument/2006/relationships/notesMaster" Target="/ppt/notesMasters/notesMaster1.xml" Id="R63710672b0d649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18d51998734307" /><Relationship Type="http://schemas.openxmlformats.org/officeDocument/2006/relationships/notesMaster" Target="/ppt/notesMasters/notesMaster1.xml" Id="Ra30c2eba76e54a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d4484604e74135" /><Relationship Type="http://schemas.openxmlformats.org/officeDocument/2006/relationships/notesMaster" Target="/ppt/notesMasters/notesMaster1.xml" Id="Rd28e48477a7b49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1fa66bbafc4ff5" /><Relationship Type="http://schemas.openxmlformats.org/officeDocument/2006/relationships/notesMaster" Target="/ppt/notesMasters/notesMaster1.xml" Id="Rd4a76b35f77145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ad12e3770e405e" /><Relationship Type="http://schemas.openxmlformats.org/officeDocument/2006/relationships/notesMaster" Target="/ppt/notesMasters/notesMaster1.xml" Id="R2d34f441afd04e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d7d37aad0346c2" /><Relationship Type="http://schemas.openxmlformats.org/officeDocument/2006/relationships/notesMaster" Target="/ppt/notesMasters/notesMaster1.xml" Id="R537db730b16543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10623a210a4d73" /><Relationship Type="http://schemas.openxmlformats.org/officeDocument/2006/relationships/notesMaster" Target="/ppt/notesMasters/notesMaster1.xml" Id="Rcf2c4da8adde42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f884c8fced4b96" /><Relationship Type="http://schemas.openxmlformats.org/officeDocument/2006/relationships/notesMaster" Target="/ppt/notesMasters/notesMaster1.xml" Id="R83e5b31f2ba84c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Identify the approved communication tools and the organisation’s expectations for account security and professional messages.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recipients, attachments, links and quoted history; use the correct account and approved storage locations.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Using a training mailbox, learners draft a short acknowledgement, then run a pre-send check aloud: recipient, purpose, minimum necessary content, attachment and quoted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difference between shared team work and an agent’s assigned/personal work queue as defined by local setup.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Make ownership visible: avoid duplicate replies, check assignment/status and leave a clear handover when work moves.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Simulate two agents seeing the same enquiry. Learners agree who owns the reply, update the practice status and write a concise internal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Capture accurate identifiers and only information needed to resolve or route the enquiry.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status, owner and activity history current; distinguish customer-visible replies from internal notes.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From a fictional enquiry, learners create a practice record and ticket with a clear subject, concise factual summary, appropriate category/owner and next action. Review for unnecessary sensitive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useful note lets the next agent understand what happened, what was checked, what remains and who owns the next step.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only when the applicable process says the request is complete; avoid unexplained closure or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pairs a messy fictional case history. They produce a four-part handover: issue, actions taken, current status, next owner/action. Another pair checks if it is factual and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route from finding the support channel to triage, response, hand-off and follow-up.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the customer informed using confirmed information; check the sent record before retrying if a notification’s status is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Sequence shuffled workflow cards into the correct local support journey. At each hand-off, learners identify what the customer should be told and what belongs in an internal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good reply acknowledges the question, gives a clear supported next step and uses a respectful tone.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Templates are drafts: verify names, details, links and relevance. Avoid invented timelines, guarantees and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Rewrite a vague or overly certain response into three parts: acknowledgement, one confirmed next step, and a realistic closing that does not promise an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the simulation combines listening, feature guidance, privacy, records, written communication and escalation.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fictional details only; learners should pause and consult guidance whenever facts or authority are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Run a small-group case: customer asks about a Q feature, includes sensitive journal content, and reports difficulty accessing an account. Assign agent, customer and observer roles; rotate and debrief the safe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the observable criteria: minimum-information handling, accurate explanations, professional boundaries, correct tool use, sound escalation and clear communication.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Feedback should identify evidence, a specific improvement and a chance to practise again. Follow the organisation’s sign-off process.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 completes one short fictional case while trainer observes with the listed criteria. Give one strength and one specific practice point; allow a second attempt where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understanding of Q, privacy, tools, boundaries and escalation, then address gaps through coaching.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Confirm accounts, permissions and local procedures with the authorised supervisor; sign-off follows the stated process before live work.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a brief verbal round: “What would make you pause?”, “What must never be requested?”, “Where does a rights request go?” Learner identifies one next coaching goal and any unanswered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by reinforcing curiosity, privacy and asking for help when unsure.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final questions and explain where agents can find current guidance and supervisor support.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Each learner completes an exit ticket: one safe practice they will use, one escalation route they will remember, and one question or coaching need. Thank the group and confirm the next step in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69bb61e2a4039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a99368d194035" /><Relationship Type="http://schemas.openxmlformats.org/officeDocument/2006/relationships/slideLayout" Target="/ppt/slideLayouts/slideLayout1.xml" Id="R7cc76cb48f9549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c76cb48f9549f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b1c854b50477b" /><Relationship Type="http://schemas.openxmlformats.org/officeDocument/2006/relationships/image" Target="/ppt/media/image.png" Id="R84c2a8d4a9b24221" /><Relationship Type="http://schemas.openxmlformats.org/officeDocument/2006/relationships/notesSlide" Target="/ppt/notesSlides/notesSlide1.xml" Id="R1ff74c9167a8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3a3a456d449ed" /><Relationship Type="http://schemas.openxmlformats.org/officeDocument/2006/relationships/image" Target="/ppt/media/image2.png" Id="R135764f1fe774185" /><Relationship Type="http://schemas.openxmlformats.org/officeDocument/2006/relationships/notesSlide" Target="/ppt/notesSlides/notesSlide2.xml" Id="Rc480e5ec9b89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80e760494fb7" /><Relationship Type="http://schemas.openxmlformats.org/officeDocument/2006/relationships/image" Target="/ppt/media/image2.png" Id="R572cd7394da44dbc" /><Relationship Type="http://schemas.openxmlformats.org/officeDocument/2006/relationships/notesSlide" Target="/ppt/notesSlides/notesSlide3.xml" Id="R208090cc5d0e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14f36aa4b43f2" /><Relationship Type="http://schemas.openxmlformats.org/officeDocument/2006/relationships/image" Target="/ppt/media/image2.png" Id="R62686fa29ead45c3" /><Relationship Type="http://schemas.openxmlformats.org/officeDocument/2006/relationships/notesSlide" Target="/ppt/notesSlides/notesSlide4.xml" Id="Rf5d341e9ac57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e38eb15fd4294" /><Relationship Type="http://schemas.openxmlformats.org/officeDocument/2006/relationships/image" Target="/ppt/media/image2.png" Id="Rd4666e1f44aa49b6" /><Relationship Type="http://schemas.openxmlformats.org/officeDocument/2006/relationships/notesSlide" Target="/ppt/notesSlides/notesSlide5.xml" Id="R489c6509d5aa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a2878bbb47cf" /><Relationship Type="http://schemas.openxmlformats.org/officeDocument/2006/relationships/image" Target="/ppt/media/image2.png" Id="R47a11e6a841c4d43" /><Relationship Type="http://schemas.openxmlformats.org/officeDocument/2006/relationships/notesSlide" Target="/ppt/notesSlides/notesSlide6.xml" Id="Rbda55d9b23a7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f03a3cf35499c" /><Relationship Type="http://schemas.openxmlformats.org/officeDocument/2006/relationships/image" Target="/ppt/media/image2.png" Id="R295b14e90aad43e6" /><Relationship Type="http://schemas.openxmlformats.org/officeDocument/2006/relationships/notesSlide" Target="/ppt/notesSlides/notesSlide7.xml" Id="R8bf4e48b364b47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31b828d074408" /><Relationship Type="http://schemas.openxmlformats.org/officeDocument/2006/relationships/image" Target="/ppt/media/image2.png" Id="Rbc8f12cafe814eac" /><Relationship Type="http://schemas.openxmlformats.org/officeDocument/2006/relationships/notesSlide" Target="/ppt/notesSlides/notesSlide8.xml" Id="R9403b20d5b6847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0d0de96d74c4d" /><Relationship Type="http://schemas.openxmlformats.org/officeDocument/2006/relationships/image" Target="/ppt/media/image2.png" Id="R1b157d5943f341d3" /><Relationship Type="http://schemas.openxmlformats.org/officeDocument/2006/relationships/notesSlide" Target="/ppt/notesSlides/notesSlide9.xml" Id="R906c9f23fd3a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3486dfdda473a" /><Relationship Type="http://schemas.openxmlformats.org/officeDocument/2006/relationships/image" Target="/ppt/media/image2.png" Id="R86ec223dbb684d32" /><Relationship Type="http://schemas.openxmlformats.org/officeDocument/2006/relationships/notesSlide" Target="/ppt/notesSlides/notesSlide10.xml" Id="R35c65a39acd543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4d9cf30024ff2" /><Relationship Type="http://schemas.openxmlformats.org/officeDocument/2006/relationships/image" Target="/ppt/media/image2.png" Id="Reb2a6abac56a4f12" /><Relationship Type="http://schemas.openxmlformats.org/officeDocument/2006/relationships/notesSlide" Target="/ppt/notesSlides/notesSlide11.xml" Id="R6f10732614b743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f4fcc74004dfb" /><Relationship Type="http://schemas.openxmlformats.org/officeDocument/2006/relationships/image" Target="/ppt/media/image2.png" Id="Rf24e76f862194ea5" /><Relationship Type="http://schemas.openxmlformats.org/officeDocument/2006/relationships/image" Target="/ppt/media/image3.png" Id="R01d4101ac7ef420b" /><Relationship Type="http://schemas.openxmlformats.org/officeDocument/2006/relationships/hyperlink" Target="https://slidesai.io/?utm_source=export&amp;utm_medium=pptx" TargetMode="External" Id="R9f56bb3ffa4a409a" /><Relationship Type="http://schemas.openxmlformats.org/officeDocument/2006/relationships/notesSlide" Target="/ppt/notesSlides/notesSlide12.xml" Id="R5a39e33147e64f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e59dc82ce4139" /><Relationship Type="http://schemas.openxmlformats.org/officeDocument/2006/relationships/image" Target="/ppt/media/image2.png" Id="R1bf833f0202b4824" /><Relationship Type="http://schemas.openxmlformats.org/officeDocument/2006/relationships/notesSlide" Target="/ppt/notesSlides/notesSlide13.xml" Id="R1e3ee4ba6d8143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292651db3463d" /><Relationship Type="http://schemas.openxmlformats.org/officeDocument/2006/relationships/image" Target="/ppt/media/image2.png" Id="R6c42b93accd74d70" /><Relationship Type="http://schemas.openxmlformats.org/officeDocument/2006/relationships/notesSlide" Target="/ppt/notesSlides/notesSlide14.xml" Id="R83c17cd00e834f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1bfe0f8fe4ea8" /><Relationship Type="http://schemas.openxmlformats.org/officeDocument/2006/relationships/image" Target="/ppt/media/image2.png" Id="Rb422b1fd08104d7c" /><Relationship Type="http://schemas.openxmlformats.org/officeDocument/2006/relationships/notesSlide" Target="/ppt/notesSlides/notesSlide15.xml" Id="Rfe2605b9f6df41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5b8082a84ff4" /><Relationship Type="http://schemas.openxmlformats.org/officeDocument/2006/relationships/image" Target="/ppt/media/image2.png" Id="R674ea8fcd5bb4245" /><Relationship Type="http://schemas.openxmlformats.org/officeDocument/2006/relationships/notesSlide" Target="/ppt/notesSlides/notesSlide16.xml" Id="R9baa357514f146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8218375a2496a" /><Relationship Type="http://schemas.openxmlformats.org/officeDocument/2006/relationships/image" Target="/ppt/media/image2.png" Id="Ra15d7803af9b4844" /><Relationship Type="http://schemas.openxmlformats.org/officeDocument/2006/relationships/notesSlide" Target="/ppt/notesSlides/notesSlide17.xml" Id="R3825eb3bf7b542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5c5d741646e8" /><Relationship Type="http://schemas.openxmlformats.org/officeDocument/2006/relationships/image" Target="/ppt/media/image2.png" Id="Ra3c5d4fd5e9a413c" /><Relationship Type="http://schemas.openxmlformats.org/officeDocument/2006/relationships/notesSlide" Target="/ppt/notesSlides/notesSlide18.xml" Id="Red56b77904a54a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8cca708d74dc2" /><Relationship Type="http://schemas.openxmlformats.org/officeDocument/2006/relationships/image" Target="/ppt/media/image2.png" Id="Rcf7fe6ecfd5d4370" /><Relationship Type="http://schemas.openxmlformats.org/officeDocument/2006/relationships/notesSlide" Target="/ppt/notesSlides/notesSlide19.xml" Id="Ra935fa95b07e4d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e07e20d804a00" /><Relationship Type="http://schemas.openxmlformats.org/officeDocument/2006/relationships/image" Target="/ppt/media/image2.png" Id="R872f176af8744092" /><Relationship Type="http://schemas.openxmlformats.org/officeDocument/2006/relationships/notesSlide" Target="/ppt/notesSlides/notesSlide20.xml" Id="R194c6ffa09e04e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67882978c49db" /><Relationship Type="http://schemas.openxmlformats.org/officeDocument/2006/relationships/image" Target="/ppt/media/image2.png" Id="R42804e984cc54885" /><Relationship Type="http://schemas.openxmlformats.org/officeDocument/2006/relationships/notesSlide" Target="/ppt/notesSlides/notesSlide21.xml" Id="Rabf8fcdeabd246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f150b1e4a4b88" /><Relationship Type="http://schemas.openxmlformats.org/officeDocument/2006/relationships/image" Target="/ppt/media/image2.png" Id="Rbfa37990cecb4b2c" /><Relationship Type="http://schemas.openxmlformats.org/officeDocument/2006/relationships/notesSlide" Target="/ppt/notesSlides/notesSlide22.xml" Id="Rcf5a1f7f13e2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A145909-1B50-42D3-9867-EAEB16408917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Social Media Officer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Induction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representing Q on social media.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270B6A70-E86C-4D7D-894C-07EE41326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c2a8d4a9b242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C058A168-BD96-4952-8199-1596C5E0247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What is Q?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An AI-powered wellbeing and personal growth platform for LGBTQ+ people and allies.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Technology and wellbeing tools in one secure platform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Guided support, mood tracking and journaling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Resources for reflection and personal growth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5C257F3-74A4-41FB-8E21-6E262C5F5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5764f1fe7741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203B94B3-8861-4FA8-98E0-96225FA4E47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Support people as they understand themselves and make changes that feel right for them.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Build positive habits at the person’s own pace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317D47F8-7F06-456F-AC22-7DA2CF064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2cd7394da44d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35516403-67B8-4270-AA4B-CDC1DC1B854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Induction at a glance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day of practical learning, guided practice and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Morning: role boundaries, brand voice and safe publishing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Afternoon: channel workflow, moderation and analytics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Finish: scenario practice, assessment and sign-off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25979DA4-2485-48D1-8D0B-6AD7D06CE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686fa29ead45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AEBD891A-7576-4414-ACEB-15D93AC360B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Roles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Represent Q clearly, respectfully and within your authority.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Create and schedule content from approved plans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brand voice and current product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speak for Q on unapproved issues or make promises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B429D33C-ACB1-4897-A60A-08826BD9C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666e1f44aa49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9F50C992-A7A7-4632-9D3D-8F7BD6D97DA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When to pause and escalate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safe pause protects the community and the organisation.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Pause if facts, approval or account access are unclear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safety, privacy, security or legal concerns promptly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argue, speculate, diagnose or promise an outcome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CEF9A2B4-0A35-46DB-8885-6EC641A15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a11e6a841c4d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F2666837-002C-4B00-B82F-E259C9CAE86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Legal awareness and data protection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personal information only for a clear,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Collect or record only what the approved workflow needs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internal records factual and respectful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accounts, tools and retention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Route rights or legal questions to the designated contact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703227E2-FD32-42B8-BA36-BF17B402B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5b14e90aad43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00991F0D-6F4F-43A7-96E7-98CCD9DB8A7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Everyday information safety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Small checks help protect trust and account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Never ask for passwords, one-time codes or reset links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copy private posts or messages into unapproved tools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account, audience, links and media before publishing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work in approved systems; report suspicious activity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0E8783B8-1F27-4C52-BADF-64B37CE29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8f12cafe814e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BADD3150-2D57-4217-8CD5-698736CC3C1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Incidents, rights requests and escalation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Recognise the concern, protect information and route it.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Stop if a post exposes private or incorrect information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suspected incidents through the approved route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only the minimum facts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Route rights requests and authority demands securely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59071E9C-026E-4026-B98B-07D2BA7E9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157d5943f341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1D3F5A10-27BF-467F-9AC1-CFE8F3F74BB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Social channels and publishing tools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the approved accounts and workflow for each channel.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Know the purpose and audience of each approved channel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role-based access and the authorised scheduler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drafts, approvals, timing and published status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current platform and Q procedures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B670D714-2AD8-4A64-8F83-DC60EEC39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ec223dbb684d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0307A5BB-6ABD-4EE3-8641-D2CBA4F5B09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Writing for social media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each post clear, accurate and suited to its audience.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Lead with one clear point and use plain language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 the approved brand voice and accessibility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every claim, link, name, tag and image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current Help content for product details</a:t>
            </a: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C44BCB90-92A1-48FA-B862-FE2B23BEA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2a6abac56a4f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26375147-C60D-492D-8431-80D7D13780B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Community care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Be warm and respectful without turning public replies into private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concerns without debating or shaming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ask people to post sensitive details publicly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Move support queries to the approved secure route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safety guidance for urgent danger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5AE17A1F-FF4D-4D1A-8F19-3A03060A0C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4e76f862194e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1F0817BA-0D8D-451A-B404-E212C3529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d4101ac7ef42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9f56bb3ffa4a409a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" name="Google Shape;161;p15">
            <a:extLst xmlns:a="http://schemas.openxmlformats.org/drawingml/2006/main">
              <a:ext uri="{FF2B5EF4-FFF2-40B4-BE49-F238E27FC236}">
                <a16:creationId xmlns:a16="http://schemas.microsoft.com/office/drawing/2014/main" id="{481401DC-23B9-48D2-8842-2A0FD91C22F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5">
            <a:extLst xmlns:a="http://schemas.openxmlformats.org/drawingml/2006/main">
              <a:ext uri="{FF2B5EF4-FFF2-40B4-BE49-F238E27FC236}">
                <a16:creationId xmlns:a16="http://schemas.microsoft.com/office/drawing/2014/main" id="{790EA7AE-DB36-4FD0-981E-9BD1EB6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Accounts, access and team coordination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3" name="Google Shape;163;p15">
            <a:extLst xmlns:a="http://schemas.openxmlformats.org/drawingml/2006/main">
              <a:ext uri="{FF2B5EF4-FFF2-40B4-BE49-F238E27FC236}">
                <a16:creationId xmlns:a16="http://schemas.microsoft.com/office/drawing/2014/main" id="{6DA4FBFF-C304-4CD0-80ED-A9708C7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the right work identity and stay within granted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4" name="Google Shape;164;p15">
            <a:extLst xmlns:a="http://schemas.openxmlformats.org/drawingml/2006/main">
              <a:ext uri="{FF2B5EF4-FFF2-40B4-BE49-F238E27FC236}">
                <a16:creationId xmlns:a16="http://schemas.microsoft.com/office/drawing/2014/main" id="{D6375742-2A67-4CAD-9549-AF83D5F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your individual login and required security checks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Publish only from accounts assigned to your role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Coordinate ownership to avoid duplicate or conflicting replies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account recovery and handovers within approved processes</a:t>
            </a:r>
          </a:p>
        </p:txBody>
      </p:sp>
      <p:sp>
        <p:nvSpPr>
          <p:cNvPr id="165" name="Google Shape;165;p15">
            <a:extLst xmlns:a="http://schemas.openxmlformats.org/drawingml/2006/main">
              <a:ext uri="{FF2B5EF4-FFF2-40B4-BE49-F238E27FC236}">
                <a16:creationId xmlns:a16="http://schemas.microsoft.com/office/drawing/2014/main" id="{38BEC445-B6AB-49D5-9508-AC6BB14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6" name="Google Shape;166;p15">
            <a:extLst xmlns:a="http://schemas.openxmlformats.org/drawingml/2006/main">
              <a:ext uri="{FF2B5EF4-FFF2-40B4-BE49-F238E27FC236}">
                <a16:creationId xmlns:a16="http://schemas.microsoft.com/office/drawing/2014/main" id="{176890DF-0ED7-48F4-9173-533AA4CA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67" name="Google Shape;167;p15">
            <a:extLst xmlns:a="http://schemas.openxmlformats.org/drawingml/2006/main">
              <a:ext uri="{FF2B5EF4-FFF2-40B4-BE49-F238E27FC236}">
                <a16:creationId xmlns:a16="http://schemas.microsoft.com/office/drawing/2014/main" id="{B59C54A7-5639-4E9F-A7AF-5CFF68CE7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f833f0202b48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20198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062362D6-EC07-4512-8FBB-2A68EE4484F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0EA6214-0732-43E7-83A4-1B02553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Content records and activity logs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9BEDDB17-5B0E-4C14-B692-10B6C2A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Keep a clear record of what was planned, approved and published.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6B377760-B172-4A2B-9E5F-23AE28F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approved content calendar and record fields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Track owner, channel, approval, timing and status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Link the final asset and published post where required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moderation actions according to procedure</a:t>
            </a:r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03438914-C413-4282-85A7-9FDBCF7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D6E5A90E-4C97-4C60-B102-5E36C15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8898F191-35FB-4349-8BE4-35E11CF1F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42b93accd74d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22363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5" name="Google Shape;185;p17">
            <a:extLst xmlns:a="http://schemas.openxmlformats.org/drawingml/2006/main">
              <a:ext uri="{FF2B5EF4-FFF2-40B4-BE49-F238E27FC236}">
                <a16:creationId xmlns:a16="http://schemas.microsoft.com/office/drawing/2014/main" id="{DEBA6B0A-D5D8-4ACA-A005-28AF2001215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7">
            <a:extLst xmlns:a="http://schemas.openxmlformats.org/drawingml/2006/main">
              <a:ext uri="{FF2B5EF4-FFF2-40B4-BE49-F238E27FC236}">
                <a16:creationId xmlns:a16="http://schemas.microsoft.com/office/drawing/2014/main" id="{B7454F94-AEC8-4AB4-86F6-AB08AF8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Notes, hand-offs and corrections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7" name="Google Shape;187;p17">
            <a:extLst xmlns:a="http://schemas.openxmlformats.org/drawingml/2006/main">
              <a:ext uri="{FF2B5EF4-FFF2-40B4-BE49-F238E27FC236}">
                <a16:creationId xmlns:a16="http://schemas.microsoft.com/office/drawing/2014/main" id="{31BA3625-799D-40B7-86AF-E46D9AA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Record what the next person needs to know—clearly and accurately.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8" name="Google Shape;188;p17">
            <a:extLst xmlns:a="http://schemas.openxmlformats.org/drawingml/2006/main">
              <a:ext uri="{FF2B5EF4-FFF2-40B4-BE49-F238E27FC236}">
                <a16:creationId xmlns:a16="http://schemas.microsoft.com/office/drawing/2014/main" id="{65191499-DCC0-49DD-B2FD-2D04648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Separate verified facts from reports or assumptions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sensitive user content out of routine notes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Assign a clear owner and next action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Correct errors through the authorised process</a:t>
            </a:r>
          </a:p>
        </p:txBody>
      </p:sp>
      <p:sp>
        <p:nvSpPr>
          <p:cNvPr id="189" name="Google Shape;189;p17">
            <a:extLst xmlns:a="http://schemas.openxmlformats.org/drawingml/2006/main">
              <a:ext uri="{FF2B5EF4-FFF2-40B4-BE49-F238E27FC236}">
                <a16:creationId xmlns:a16="http://schemas.microsoft.com/office/drawing/2014/main" id="{620BFEE3-6B74-4193-A2D6-FC8C891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0" name="Google Shape;190;p17">
            <a:extLst xmlns:a="http://schemas.openxmlformats.org/drawingml/2006/main">
              <a:ext uri="{FF2B5EF4-FFF2-40B4-BE49-F238E27FC236}">
                <a16:creationId xmlns:a16="http://schemas.microsoft.com/office/drawing/2014/main" id="{0B491C3D-727E-4A2F-9801-4217BCC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91" name="Google Shape;191;p17">
            <a:extLst xmlns:a="http://schemas.openxmlformats.org/drawingml/2006/main">
              <a:ext uri="{FF2B5EF4-FFF2-40B4-BE49-F238E27FC236}">
                <a16:creationId xmlns:a16="http://schemas.microsoft.com/office/drawing/2014/main" id="{8FA0C007-EEB9-4D44-B351-FD029828AF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22b1fd08104d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14633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F6BA6B4E-43D3-4E54-8E08-D3C3A219A4B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18">
            <a:extLst xmlns:a="http://schemas.openxmlformats.org/drawingml/2006/main">
              <a:ext uri="{FF2B5EF4-FFF2-40B4-BE49-F238E27FC236}">
                <a16:creationId xmlns:a16="http://schemas.microsoft.com/office/drawing/2014/main" id="{2B5AD097-A293-4BE8-9045-DC144394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social media workflow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9" name="Google Shape;199;p18">
            <a:extLst xmlns:a="http://schemas.openxmlformats.org/drawingml/2006/main">
              <a:ext uri="{FF2B5EF4-FFF2-40B4-BE49-F238E27FC236}">
                <a16:creationId xmlns:a16="http://schemas.microsoft.com/office/drawing/2014/main" id="{E208835C-49EF-47AB-879B-AF24044D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Move each item from brief to review, publication and learning.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9F0C0E6A-6530-4A82-9A6F-6318205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the brief, audience, objective and source facts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Draft content and prepare the required assets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Get the required review before scheduling or posting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Monitor response, record outcomes and follow up</a:t>
            </a:r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AD47C77E-A7E9-4D1C-BA18-39D4B496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2" name="Google Shape;202;p18">
            <a:extLst xmlns:a="http://schemas.openxmlformats.org/drawingml/2006/main">
              <a:ext uri="{FF2B5EF4-FFF2-40B4-BE49-F238E27FC236}">
                <a16:creationId xmlns:a16="http://schemas.microsoft.com/office/drawing/2014/main" id="{2C9A97F2-EEEA-42F9-AE50-D315EBF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03" name="Google Shape;203;p18">
            <a:extLst xmlns:a="http://schemas.openxmlformats.org/drawingml/2006/main">
              <a:ext uri="{FF2B5EF4-FFF2-40B4-BE49-F238E27FC236}">
                <a16:creationId xmlns:a16="http://schemas.microsoft.com/office/drawing/2014/main" id="{1E464F80-EE04-48E4-A550-A3FA242EA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4ea8fcd5bb42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7901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C7E0EE02-3B37-4E31-BD2F-8D500B760CA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B6BB4A3B-C2BF-4AEB-AEF9-0FB44A1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Clear, professional public replies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44724232-ABF3-496D-95B4-8D698A6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good reply helps the person understand the next safe step.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67A7D736-741E-4520-9864-48392FE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the question and keep a respectful tone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one confirmed answer or approved next step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templates as drafts and check every detail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invented timelines, guarantees and unsupported claims</a:t>
            </a: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8ADA87B3-79FE-43BA-9979-89BEAE3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51B8BBF2-5D5D-40C9-8128-D71FD5F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D055CEFF-441A-4002-BA67-0075A40791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5d7803af9b48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8436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1" name="Google Shape;221;p20">
            <a:extLst xmlns:a="http://schemas.openxmlformats.org/drawingml/2006/main">
              <a:ext uri="{FF2B5EF4-FFF2-40B4-BE49-F238E27FC236}">
                <a16:creationId xmlns:a16="http://schemas.microsoft.com/office/drawing/2014/main" id="{3D1BF59F-29BE-4FD0-A6B3-6F6079B8D99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20">
            <a:extLst xmlns:a="http://schemas.openxmlformats.org/drawingml/2006/main">
              <a:ext uri="{FF2B5EF4-FFF2-40B4-BE49-F238E27FC236}">
                <a16:creationId xmlns:a16="http://schemas.microsoft.com/office/drawing/2014/main" id="{77F6E7EA-65A8-4705-81A5-584BE8E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Integrated case simulations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3" name="Google Shape;223;p20">
            <a:extLst xmlns:a="http://schemas.openxmlformats.org/drawingml/2006/main">
              <a:ext uri="{FF2B5EF4-FFF2-40B4-BE49-F238E27FC236}">
                <a16:creationId xmlns:a16="http://schemas.microsoft.com/office/drawing/2014/main" id="{EF2C34C3-2488-4CDD-9610-7EEA5F9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Practise the workflow with fictional posts and user details.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4" name="Google Shape;224;p20">
            <a:extLst xmlns:a="http://schemas.openxmlformats.org/drawingml/2006/main">
              <a:ext uri="{FF2B5EF4-FFF2-40B4-BE49-F238E27FC236}">
                <a16:creationId xmlns:a16="http://schemas.microsoft.com/office/drawing/2014/main" id="{595D3EB1-BB8F-4B5C-8749-CC41D62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the brief and identify the audience and key message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Prepare a post and check facts, tone and accessibility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Respond to a challenging comment within role boundaries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actions and escalate when the scenario requires it</a:t>
            </a:r>
          </a:p>
        </p:txBody>
      </p:sp>
      <p:sp>
        <p:nvSpPr>
          <p:cNvPr id="225" name="Google Shape;225;p20">
            <a:extLst xmlns:a="http://schemas.openxmlformats.org/drawingml/2006/main">
              <a:ext uri="{FF2B5EF4-FFF2-40B4-BE49-F238E27FC236}">
                <a16:creationId xmlns:a16="http://schemas.microsoft.com/office/drawing/2014/main" id="{27A64F0F-ACAD-4551-85F9-30A3E4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6" name="Google Shape;226;p20">
            <a:extLst xmlns:a="http://schemas.openxmlformats.org/drawingml/2006/main">
              <a:ext uri="{FF2B5EF4-FFF2-40B4-BE49-F238E27FC236}">
                <a16:creationId xmlns:a16="http://schemas.microsoft.com/office/drawing/2014/main" id="{CC2D9819-CA98-4558-80C5-D89B73E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27" name="Google Shape;227;p20">
            <a:extLst xmlns:a="http://schemas.openxmlformats.org/drawingml/2006/main">
              <a:ext uri="{FF2B5EF4-FFF2-40B4-BE49-F238E27FC236}">
                <a16:creationId xmlns:a16="http://schemas.microsoft.com/office/drawing/2014/main" id="{2DB6F206-B335-453E-AE68-D3C3C92491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c5d4fd5e9a41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883853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3" name="Google Shape;233;p21">
            <a:extLst xmlns:a="http://schemas.openxmlformats.org/drawingml/2006/main">
              <a:ext uri="{FF2B5EF4-FFF2-40B4-BE49-F238E27FC236}">
                <a16:creationId xmlns:a16="http://schemas.microsoft.com/office/drawing/2014/main" id="{138C3508-6EFC-4CF0-BC0F-2D767E36516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21">
            <a:extLst xmlns:a="http://schemas.openxmlformats.org/drawingml/2006/main">
              <a:ext uri="{FF2B5EF4-FFF2-40B4-BE49-F238E27FC236}">
                <a16:creationId xmlns:a16="http://schemas.microsoft.com/office/drawing/2014/main" id="{4C64FA62-B0B1-4741-9368-FB70508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Observed assessment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5" name="Google Shape;235;p21">
            <a:extLst xmlns:a="http://schemas.openxmlformats.org/drawingml/2006/main">
              <a:ext uri="{FF2B5EF4-FFF2-40B4-BE49-F238E27FC236}">
                <a16:creationId xmlns:a16="http://schemas.microsoft.com/office/drawing/2014/main" id="{F761CE3D-F973-4DDD-86B9-53FD36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Show safe, accurate work from draft through hand-off.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6" name="Google Shape;236;p21">
            <a:extLst xmlns:a="http://schemas.openxmlformats.org/drawingml/2006/main">
              <a:ext uri="{FF2B5EF4-FFF2-40B4-BE49-F238E27FC236}">
                <a16:creationId xmlns:a16="http://schemas.microsoft.com/office/drawing/2014/main" id="{CDC8C755-F351-438D-9B4F-4211EA0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Brand voice, audience fit and accurate claims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Privacy, accessibility and publishing checks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Sound moderation judgement and escalation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Clear records, ownership and communication</a:t>
            </a:r>
          </a:p>
        </p:txBody>
      </p:sp>
      <p:sp>
        <p:nvSpPr>
          <p:cNvPr id="237" name="Google Shape;237;p21">
            <a:extLst xmlns:a="http://schemas.openxmlformats.org/drawingml/2006/main">
              <a:ext uri="{FF2B5EF4-FFF2-40B4-BE49-F238E27FC236}">
                <a16:creationId xmlns:a16="http://schemas.microsoft.com/office/drawing/2014/main" id="{9E065C47-8D27-4A11-A404-2BEB94E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8" name="Google Shape;238;p21">
            <a:extLst xmlns:a="http://schemas.openxmlformats.org/drawingml/2006/main">
              <a:ext uri="{FF2B5EF4-FFF2-40B4-BE49-F238E27FC236}">
                <a16:creationId xmlns:a16="http://schemas.microsoft.com/office/drawing/2014/main" id="{B7829EA7-ACCF-4744-8811-62F99E4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39" name="Google Shape;239;p21">
            <a:extLst xmlns:a="http://schemas.openxmlformats.org/drawingml/2006/main">
              <a:ext uri="{FF2B5EF4-FFF2-40B4-BE49-F238E27FC236}">
                <a16:creationId xmlns:a16="http://schemas.microsoft.com/office/drawing/2014/main" id="{03F7DC30-86B5-4293-AA3D-A5CE1B935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7fe6ecfd5d43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61627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5" name="Google Shape;245;p22">
            <a:extLst xmlns:a="http://schemas.openxmlformats.org/drawingml/2006/main">
              <a:ext uri="{FF2B5EF4-FFF2-40B4-BE49-F238E27FC236}">
                <a16:creationId xmlns:a16="http://schemas.microsoft.com/office/drawing/2014/main" id="{4311A954-BA4D-458E-A118-51DB5F37A9E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2">
            <a:extLst xmlns:a="http://schemas.openxmlformats.org/drawingml/2006/main">
              <a:ext uri="{FF2B5EF4-FFF2-40B4-BE49-F238E27FC236}">
                <a16:creationId xmlns:a16="http://schemas.microsoft.com/office/drawing/2014/main" id="{359D9904-F1BA-4C15-B109-DF88A4D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Knowledge check, coaching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7" name="Google Shape;247;p22">
            <a:extLst xmlns:a="http://schemas.openxmlformats.org/drawingml/2006/main">
              <a:ext uri="{FF2B5EF4-FFF2-40B4-BE49-F238E27FC236}">
                <a16:creationId xmlns:a16="http://schemas.microsoft.com/office/drawing/2014/main" id="{4C283048-E738-41FF-93A9-F824897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short check and observed practice confirm readiness.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8" name="Google Shape;248;p22">
            <a:extLst xmlns:a="http://schemas.openxmlformats.org/drawingml/2006/main">
              <a:ext uri="{FF2B5EF4-FFF2-40B4-BE49-F238E27FC236}">
                <a16:creationId xmlns:a16="http://schemas.microsoft.com/office/drawing/2014/main" id="{218F373B-7A81-4022-BAF4-2656B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understanding of Q, channels, privacy and escalation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Review feedback and practise any missed steps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access, approvals and local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Begin live publishing only after authorised sign-off</a:t>
            </a:r>
          </a:p>
        </p:txBody>
      </p:sp>
      <p:sp>
        <p:nvSpPr>
          <p:cNvPr id="249" name="Google Shape;249;p22">
            <a:extLst xmlns:a="http://schemas.openxmlformats.org/drawingml/2006/main">
              <a:ext uri="{FF2B5EF4-FFF2-40B4-BE49-F238E27FC236}">
                <a16:creationId xmlns:a16="http://schemas.microsoft.com/office/drawing/2014/main" id="{3591C0C9-AC87-4353-87F6-97D2827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0" name="Google Shape;250;p22">
            <a:extLst xmlns:a="http://schemas.openxmlformats.org/drawingml/2006/main">
              <a:ext uri="{FF2B5EF4-FFF2-40B4-BE49-F238E27FC236}">
                <a16:creationId xmlns:a16="http://schemas.microsoft.com/office/drawing/2014/main" id="{363187A1-3AB3-4357-962A-6DD1F1DB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51" name="Google Shape;251;p22">
            <a:extLst xmlns:a="http://schemas.openxmlformats.org/drawingml/2006/main">
              <a:ext uri="{FF2B5EF4-FFF2-40B4-BE49-F238E27FC236}">
                <a16:creationId xmlns:a16="http://schemas.microsoft.com/office/drawing/2014/main" id="{4397A50C-A071-4EC1-A1E2-E1E5AC9F2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2f176af87440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6363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B3968A5F-93E5-4AA9-93F6-79133642ACE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CF6B40CD-173C-4AAF-958B-9B3B1C3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6105BD2F-9595-477F-B359-9AB0B4B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Every post and reply is a chance to represent Q with care.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C96FCD8C-0DC5-4D60-B8E1-F69E9D3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Be clear. Protect privacy. Check before you publish.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05EFDB36-6DA4-4574-957D-DC0DBBD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Social Media Officer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2" name="Google Shape;262;p23">
            <a:extLst xmlns:a="http://schemas.openxmlformats.org/drawingml/2006/main">
              <a:ext uri="{FF2B5EF4-FFF2-40B4-BE49-F238E27FC236}">
                <a16:creationId xmlns:a16="http://schemas.microsoft.com/office/drawing/2014/main" id="{611BE1D5-9609-4A96-B2D4-F1D6BD5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63" name="Google Shape;263;p23">
            <a:extLst xmlns:a="http://schemas.openxmlformats.org/drawingml/2006/main">
              <a:ext uri="{FF2B5EF4-FFF2-40B4-BE49-F238E27FC236}">
                <a16:creationId xmlns:a16="http://schemas.microsoft.com/office/drawing/2014/main" id="{854CD808-4B85-417A-8722-F7CAC88946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804e984cc5488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80878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B75DB647-86EE-4F5D-9F8E-51EE1682A73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24">
            <a:extLst xmlns:a="http://schemas.openxmlformats.org/drawingml/2006/main">
              <a:ext uri="{FF2B5EF4-FFF2-40B4-BE49-F238E27FC236}">
                <a16:creationId xmlns:a16="http://schemas.microsoft.com/office/drawing/2014/main" id="{6CC1B485-378E-46A1-98E6-31F38BF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9524C31F-E700-42B6-8AE6-6933EF1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Every interaction is a chance to offer clear, affirming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17D28B4F-79EE-493F-98F7-D41BC06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Stay curious. Protect privacy. Ask for help when unsure.</a:t>
            </a:r>
            <a:b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</a:b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Q Intelligence · Customer Service Agent Induction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EF23727D-FF57-4126-9C1A-4ADF046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Service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53839055-7813-4FF9-9B21-AE74E89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C99E1E35-BF27-4B4F-A819-E5808290B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a37990cecb4b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3646144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2026-10-19T18:54:36.5730000Z</dcterms:created>
  <dcterms:modified xsi:type="dcterms:W3CDTF">2026-10-19T18:54:36.5740000Z</dcterms:modified>
</coreProperties>
</file>