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09999cc6884c93" /><Relationship Type="http://schemas.openxmlformats.org/officeDocument/2006/relationships/extended-properties" Target="/docProps/app.xml" Id="Rac916433efc94420" /><Relationship Type="http://schemas.openxmlformats.org/officeDocument/2006/relationships/officeDocument" Target="/ppt/presentation.xml" Id="R215b00c38d7b4f6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ec4cf7d19d249bf"/>
  </p:sldMasterIdLst>
  <p:notesMasterIdLst>
    <p:notesMasterId xmlns:r="http://schemas.openxmlformats.org/officeDocument/2006/relationships" r:id="Rcf537619d2544b77"/>
  </p:notesMasterIdLst>
  <p:sldIdLst>
    <p:sldId xmlns:r="http://schemas.openxmlformats.org/officeDocument/2006/relationships" id="256" r:id="Rd1b9322757624b4b"/>
    <p:sldId xmlns:r="http://schemas.openxmlformats.org/officeDocument/2006/relationships" id="257" r:id="Rf3c6de01598a43bf"/>
    <p:sldId xmlns:r="http://schemas.openxmlformats.org/officeDocument/2006/relationships" id="258" r:id="Rb99df6d42acf485e"/>
    <p:sldId xmlns:r="http://schemas.openxmlformats.org/officeDocument/2006/relationships" id="259" r:id="R35cd5f06d40e43ad"/>
    <p:sldId xmlns:r="http://schemas.openxmlformats.org/officeDocument/2006/relationships" id="260" r:id="R3edb7ea52e6d4ec3"/>
    <p:sldId xmlns:r="http://schemas.openxmlformats.org/officeDocument/2006/relationships" id="261" r:id="Rcbd3f7f0108d492f"/>
    <p:sldId xmlns:r="http://schemas.openxmlformats.org/officeDocument/2006/relationships" id="262" r:id="R8a01fc47b7924771"/>
    <p:sldId xmlns:r="http://schemas.openxmlformats.org/officeDocument/2006/relationships" id="263" r:id="R9ec948bb50b14138"/>
    <p:sldId xmlns:r="http://schemas.openxmlformats.org/officeDocument/2006/relationships" id="264" r:id="Raf8ec9142b574bef"/>
    <p:sldId xmlns:r="http://schemas.openxmlformats.org/officeDocument/2006/relationships" id="265" r:id="Rb06845d34e6b4251"/>
    <p:sldId xmlns:r="http://schemas.openxmlformats.org/officeDocument/2006/relationships" id="266" r:id="R02eeda2bb5374b68"/>
    <p:sldId xmlns:r="http://schemas.openxmlformats.org/officeDocument/2006/relationships" id="267" r:id="R26775a3ced074eb3"/>
    <p:sldId xmlns:r="http://schemas.openxmlformats.org/officeDocument/2006/relationships" id="268" r:id="Rf2c4165d5b2345c7"/>
    <p:sldId xmlns:r="http://schemas.openxmlformats.org/officeDocument/2006/relationships" id="269" r:id="R311d587216184299"/>
    <p:sldId xmlns:r="http://schemas.openxmlformats.org/officeDocument/2006/relationships" id="270" r:id="Re88ed705a0244fd8"/>
    <p:sldId xmlns:r="http://schemas.openxmlformats.org/officeDocument/2006/relationships" id="271" r:id="R704bcf3785284345"/>
    <p:sldId xmlns:r="http://schemas.openxmlformats.org/officeDocument/2006/relationships" id="272" r:id="R3d4210447c9c40f6"/>
    <p:sldId xmlns:r="http://schemas.openxmlformats.org/officeDocument/2006/relationships" id="273" r:id="R81fe07f61f8e4efc"/>
    <p:sldId xmlns:r="http://schemas.openxmlformats.org/officeDocument/2006/relationships" id="274" r:id="Rf33a4febf8fa4b94"/>
    <p:sldId xmlns:r="http://schemas.openxmlformats.org/officeDocument/2006/relationships" id="275" r:id="R0304333acced4c7f"/>
    <p:sldId xmlns:r="http://schemas.openxmlformats.org/officeDocument/2006/relationships" id="276" r:id="Re6d252ea9c6843eb"/>
    <p:sldId xmlns:r="http://schemas.openxmlformats.org/officeDocument/2006/relationships" id="277" r:id="R4177bb13fd214b95"/>
  </p:sldIdLst>
  <p:sldSz cx="12192000" cy="6858000"/>
  <p:notesSz cx="6858000" cy="9144000"/>
  <p:embeddedFontLst>
    <p:embeddedFont>
      <p:font typeface="Inter"/>
      <p:regular xmlns:r="http://schemas.openxmlformats.org/officeDocument/2006/relationships" r:id="R68873ac7d4ad437a"/>
      <p:bold xmlns:r="http://schemas.openxmlformats.org/officeDocument/2006/relationships" r:id="Rc3b7b6885d4e490a"/>
      <p:italic xmlns:r="http://schemas.openxmlformats.org/officeDocument/2006/relationships" r:id="Rb15499e881374f2a"/>
      <p:boldItalic xmlns:r="http://schemas.openxmlformats.org/officeDocument/2006/relationships" r:id="R6fc4a640206b4071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a8e6c212504f56" /><Relationship Type="http://schemas.openxmlformats.org/officeDocument/2006/relationships/slideMaster" Target="/ppt/slideMasters/slideMaster1.xml" Id="R7ec4cf7d19d249bf" /><Relationship Type="http://schemas.openxmlformats.org/officeDocument/2006/relationships/notesMaster" Target="/ppt/notesMasters/notesMaster1.xml" Id="Rcf537619d2544b77" /><Relationship Type="http://schemas.openxmlformats.org/officeDocument/2006/relationships/presProps" Target="/ppt/presProps.xml" Id="R9233ecf5393f46d7" /><Relationship Type="http://schemas.openxmlformats.org/officeDocument/2006/relationships/viewProps" Target="/ppt/viewProps.xml" Id="Red2f44643fc843e2" /><Relationship Type="http://schemas.openxmlformats.org/officeDocument/2006/relationships/tableStyles" Target="/ppt/tableStyles.xml" Id="R0a27946f0b4e40cc" /><Relationship Type="http://schemas.openxmlformats.org/officeDocument/2006/relationships/font" Target="/ppt/fonts/font.dat" Id="R68873ac7d4ad437a" /><Relationship Type="http://schemas.openxmlformats.org/officeDocument/2006/relationships/font" Target="/ppt/fonts/font2.dat" Id="Rc3b7b6885d4e490a" /><Relationship Type="http://schemas.openxmlformats.org/officeDocument/2006/relationships/font" Target="/ppt/fonts/font3.dat" Id="Rb15499e881374f2a" /><Relationship Type="http://schemas.openxmlformats.org/officeDocument/2006/relationships/font" Target="/ppt/fonts/font4.dat" Id="R6fc4a640206b4071" /><Relationship Type="http://schemas.openxmlformats.org/officeDocument/2006/relationships/slide" Target="/ppt/slides/slide1.xml" Id="Rd1b9322757624b4b" /><Relationship Type="http://schemas.openxmlformats.org/officeDocument/2006/relationships/slide" Target="/ppt/slides/slide2.xml" Id="Rf3c6de01598a43bf" /><Relationship Type="http://schemas.openxmlformats.org/officeDocument/2006/relationships/slide" Target="/ppt/slides/slide3.xml" Id="Rb99df6d42acf485e" /><Relationship Type="http://schemas.openxmlformats.org/officeDocument/2006/relationships/slide" Target="/ppt/slides/slide4.xml" Id="R35cd5f06d40e43ad" /><Relationship Type="http://schemas.openxmlformats.org/officeDocument/2006/relationships/slide" Target="/ppt/slides/slide5.xml" Id="R3edb7ea52e6d4ec3" /><Relationship Type="http://schemas.openxmlformats.org/officeDocument/2006/relationships/slide" Target="/ppt/slides/slide6.xml" Id="Rcbd3f7f0108d492f" /><Relationship Type="http://schemas.openxmlformats.org/officeDocument/2006/relationships/slide" Target="/ppt/slides/slide7.xml" Id="R8a01fc47b7924771" /><Relationship Type="http://schemas.openxmlformats.org/officeDocument/2006/relationships/slide" Target="/ppt/slides/slide8.xml" Id="R9ec948bb50b14138" /><Relationship Type="http://schemas.openxmlformats.org/officeDocument/2006/relationships/slide" Target="/ppt/slides/slide9.xml" Id="Raf8ec9142b574bef" /><Relationship Type="http://schemas.openxmlformats.org/officeDocument/2006/relationships/slide" Target="/ppt/slides/slide10.xml" Id="Rb06845d34e6b4251" /><Relationship Type="http://schemas.openxmlformats.org/officeDocument/2006/relationships/slide" Target="/ppt/slides/slide11.xml" Id="R02eeda2bb5374b68" /><Relationship Type="http://schemas.openxmlformats.org/officeDocument/2006/relationships/slide" Target="/ppt/slides/slide12.xml" Id="R26775a3ced074eb3" /><Relationship Type="http://schemas.openxmlformats.org/officeDocument/2006/relationships/slide" Target="/ppt/slides/slide13.xml" Id="Rf2c4165d5b2345c7" /><Relationship Type="http://schemas.openxmlformats.org/officeDocument/2006/relationships/slide" Target="/ppt/slides/slide14.xml" Id="R311d587216184299" /><Relationship Type="http://schemas.openxmlformats.org/officeDocument/2006/relationships/slide" Target="/ppt/slides/slide15.xml" Id="Re88ed705a0244fd8" /><Relationship Type="http://schemas.openxmlformats.org/officeDocument/2006/relationships/slide" Target="/ppt/slides/slide16.xml" Id="R704bcf3785284345" /><Relationship Type="http://schemas.openxmlformats.org/officeDocument/2006/relationships/slide" Target="/ppt/slides/slide17.xml" Id="R3d4210447c9c40f6" /><Relationship Type="http://schemas.openxmlformats.org/officeDocument/2006/relationships/slide" Target="/ppt/slides/slide18.xml" Id="R81fe07f61f8e4efc" /><Relationship Type="http://schemas.openxmlformats.org/officeDocument/2006/relationships/slide" Target="/ppt/slides/slide19.xml" Id="Rf33a4febf8fa4b94" /><Relationship Type="http://schemas.openxmlformats.org/officeDocument/2006/relationships/slide" Target="/ppt/slides/slide20.xml" Id="R0304333acced4c7f" /><Relationship Type="http://schemas.openxmlformats.org/officeDocument/2006/relationships/slide" Target="/ppt/slides/slide21.xml" Id="Re6d252ea9c6843eb" /><Relationship Type="http://schemas.openxmlformats.org/officeDocument/2006/relationships/slide" Target="/ppt/slides/slide22.xml" Id="R4177bb13fd214b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ad2c2f400745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4b09caf0f4acf" /><Relationship Type="http://schemas.openxmlformats.org/officeDocument/2006/relationships/notesMaster" Target="/ppt/notesMasters/notesMaster1.xml" Id="R89703e012162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62be5597c74f60" /><Relationship Type="http://schemas.openxmlformats.org/officeDocument/2006/relationships/notesMaster" Target="/ppt/notesMasters/notesMaster1.xml" Id="Reb296fc81cbe4f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b9972d5944810" /><Relationship Type="http://schemas.openxmlformats.org/officeDocument/2006/relationships/notesMaster" Target="/ppt/notesMasters/notesMaster1.xml" Id="R86efa4e3c82d40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dc69d7e95c448f" /><Relationship Type="http://schemas.openxmlformats.org/officeDocument/2006/relationships/notesMaster" Target="/ppt/notesMasters/notesMaster1.xml" Id="R78209eb1c4fc46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b4bc5e3e4d4f7b" /><Relationship Type="http://schemas.openxmlformats.org/officeDocument/2006/relationships/notesMaster" Target="/ppt/notesMasters/notesMaster1.xml" Id="R569d51ca8d9c4b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75a487b9874114" /><Relationship Type="http://schemas.openxmlformats.org/officeDocument/2006/relationships/notesMaster" Target="/ppt/notesMasters/notesMaster1.xml" Id="R173360e40a204a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5858d79414293" /><Relationship Type="http://schemas.openxmlformats.org/officeDocument/2006/relationships/notesMaster" Target="/ppt/notesMasters/notesMaster1.xml" Id="Rb0dc41a2498940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3fd4b0d4b64d89" /><Relationship Type="http://schemas.openxmlformats.org/officeDocument/2006/relationships/notesMaster" Target="/ppt/notesMasters/notesMaster1.xml" Id="R98720c99344042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40a81189224c50" /><Relationship Type="http://schemas.openxmlformats.org/officeDocument/2006/relationships/notesMaster" Target="/ppt/notesMasters/notesMaster1.xml" Id="Rc15a793ea19d4f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4d917123724645" /><Relationship Type="http://schemas.openxmlformats.org/officeDocument/2006/relationships/notesMaster" Target="/ppt/notesMasters/notesMaster1.xml" Id="R95880bf0b0cc4c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80754bd28b4d16" /><Relationship Type="http://schemas.openxmlformats.org/officeDocument/2006/relationships/notesMaster" Target="/ppt/notesMasters/notesMaster1.xml" Id="R1a261161b9de4a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9ecc918d334b0e" /><Relationship Type="http://schemas.openxmlformats.org/officeDocument/2006/relationships/notesMaster" Target="/ppt/notesMasters/notesMaster1.xml" Id="R302e9b95f35b46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26e269a29c4e68" /><Relationship Type="http://schemas.openxmlformats.org/officeDocument/2006/relationships/notesMaster" Target="/ppt/notesMasters/notesMaster1.xml" Id="R1e4fc276b4b84e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73073c8ff644b8" /><Relationship Type="http://schemas.openxmlformats.org/officeDocument/2006/relationships/notesMaster" Target="/ppt/notesMasters/notesMaster1.xml" Id="Rca0b407b09ed48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9ec322600b4505" /><Relationship Type="http://schemas.openxmlformats.org/officeDocument/2006/relationships/notesMaster" Target="/ppt/notesMasters/notesMaster1.xml" Id="Ra0efea24037241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f54e023800473b" /><Relationship Type="http://schemas.openxmlformats.org/officeDocument/2006/relationships/notesMaster" Target="/ppt/notesMasters/notesMaster1.xml" Id="R08a1c4e444a944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abb7ef48b34ff0" /><Relationship Type="http://schemas.openxmlformats.org/officeDocument/2006/relationships/notesMaster" Target="/ppt/notesMasters/notesMaster1.xml" Id="Rfe18f049db844b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228bc376b547ab" /><Relationship Type="http://schemas.openxmlformats.org/officeDocument/2006/relationships/notesMaster" Target="/ppt/notesMasters/notesMaster1.xml" Id="R0e1750c3aeac43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f8d12ad87f4be0" /><Relationship Type="http://schemas.openxmlformats.org/officeDocument/2006/relationships/notesMaster" Target="/ppt/notesMasters/notesMaster1.xml" Id="R00a5251d6def46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84954257dd4e45" /><Relationship Type="http://schemas.openxmlformats.org/officeDocument/2006/relationships/notesMaster" Target="/ppt/notesMasters/notesMaster1.xml" Id="Ra8cefe0afa8b41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3c71d6e7394a3d" /><Relationship Type="http://schemas.openxmlformats.org/officeDocument/2006/relationships/notesMaster" Target="/ppt/notesMasters/notesMaster1.xml" Id="R2e69b30763c842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1de8eeb242453d" /><Relationship Type="http://schemas.openxmlformats.org/officeDocument/2006/relationships/notesMaster" Target="/ppt/notesMasters/notesMaster1.xml" Id="R9c4f850a883a49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Identify the approved communication tools and the organisation’s expectations for account security and professional messages.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recipients, attachments, links and quoted history; use the correct account and approved storage locations.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Using a training mailbox, learners draft a short acknowledgement, then run a pre-send check aloud: recipient, purpose, minimum necessary content, attachment and quoted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difference between shared team work and an agent’s assigned/personal work queue as defined by local setup.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Make ownership visible: avoid duplicate replies, check assignment/status and leave a clear handover when work moves.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Simulate two agents seeing the same enquiry. Learners agree who owns the reply, update the practice status and write a concise internal handover.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Capture accurate identifiers and only information needed to resolve or route the enquiry.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status, owner and activity history current; distinguish customer-visible replies from internal notes.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From a fictional enquiry, learners create a practice record and ticket with a clear subject, concise factual summary, appropriate category/owner and next action. Review for unnecessary sensitive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useful note lets the next agent understand what happened, what was checked, what remains and who owns the next step.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Close only when the applicable process says the request is complete; avoid unexplained closure or unsupported claims.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pairs a messy fictional case history. They produce a four-part handover: issue, actions taken, current status, next owner/action. Another pair checks if it is factual and 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route from finding the support channel to triage, response, hand-off and follow-up.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the customer informed using confirmed information; check the sent record before retrying if a notification’s status is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Sequence shuffled workflow cards into the correct local support journey. At each hand-off, learners identify what the customer should be told and what belongs in an internal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good reply acknowledges the question, gives a clear supported next step and uses a respectful tone.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Templates are drafts: verify names, details, links and relevance. Avoid invented timelines, guarantees and unsupported claims.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Rewrite a vague or overly certain response into three parts: acknowledgement, one confirmed next step, and a realistic closing that does not promise an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the simulation combines listening, feature guidance, privacy, records, written communication and escalation.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fictional details only; learners should pause and consult guidance whenever facts or authority are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Run a small-group case: customer asks about a Q feature, includes sensitive journal content, and reports difficulty accessing an account. Assign agent, customer and observer roles; rotate and debrief the safe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the observable criteria: minimum-information handling, accurate explanations, professional boundaries, correct tool use, sound escalation and clear communication.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Feedback should identify evidence, a specific improvement and a chance to practise again. Follow the organisation’s sign-off process.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 completes one short fictional case while trainer observes with the listed criteria. Give one strength and one specific practice point; allow a second attempt where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understanding of Q, privacy, tools, boundaries and escalation, then address gaps through coaching.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Confirm accounts, permissions and local procedures with the authorised supervisor; sign-off follows the stated process before live work.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a brief verbal round: “What would make you pause?”, “What must never be requested?”, “Where does a rights request go?” Learner identifies one next coaching goal and any unanswered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Close by reinforcing curiosity, privacy and asking for help when unsure.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final questions and explain where agents can find current guidance and supervisor support.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Each learner completes an exit ticket: one safe practice they will use, one escalation route they will remember, and one question or coaching need. Thank the group and confirm the next step in onboarding.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ab638e5cc464d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ce8c1c61044461" /><Relationship Type="http://schemas.openxmlformats.org/officeDocument/2006/relationships/slideLayout" Target="/ppt/slideLayouts/slideLayout1.xml" Id="R32d988f3f86341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d988f3f863413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c9418aaa64605" /><Relationship Type="http://schemas.openxmlformats.org/officeDocument/2006/relationships/image" Target="/ppt/media/image.png" Id="R8192578768dc409d" /><Relationship Type="http://schemas.openxmlformats.org/officeDocument/2006/relationships/notesSlide" Target="/ppt/notesSlides/notesSlide1.xml" Id="R273f337c211047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764ad6f0846ef" /><Relationship Type="http://schemas.openxmlformats.org/officeDocument/2006/relationships/image" Target="/ppt/media/image2.png" Id="Rcfdd015a0e934a6d" /><Relationship Type="http://schemas.openxmlformats.org/officeDocument/2006/relationships/notesSlide" Target="/ppt/notesSlides/notesSlide2.xml" Id="Rb47314f1478a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764ba33054c3b" /><Relationship Type="http://schemas.openxmlformats.org/officeDocument/2006/relationships/image" Target="/ppt/media/image2.png" Id="Rf28fc46eb51d4283" /><Relationship Type="http://schemas.openxmlformats.org/officeDocument/2006/relationships/notesSlide" Target="/ppt/notesSlides/notesSlide3.xml" Id="Rb27061ea109944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d3059ef6e4610" /><Relationship Type="http://schemas.openxmlformats.org/officeDocument/2006/relationships/image" Target="/ppt/media/image2.png" Id="Rcc835929f2154c28" /><Relationship Type="http://schemas.openxmlformats.org/officeDocument/2006/relationships/notesSlide" Target="/ppt/notesSlides/notesSlide4.xml" Id="R5ac10cb69c02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126e0d2ce4d1a" /><Relationship Type="http://schemas.openxmlformats.org/officeDocument/2006/relationships/image" Target="/ppt/media/image2.png" Id="R222fadd8f235442e" /><Relationship Type="http://schemas.openxmlformats.org/officeDocument/2006/relationships/notesSlide" Target="/ppt/notesSlides/notesSlide5.xml" Id="Rb5f8e51b9be44d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feb0396b743d1" /><Relationship Type="http://schemas.openxmlformats.org/officeDocument/2006/relationships/image" Target="/ppt/media/image2.png" Id="Rd69fee9beb744240" /><Relationship Type="http://schemas.openxmlformats.org/officeDocument/2006/relationships/notesSlide" Target="/ppt/notesSlides/notesSlide6.xml" Id="R638a555898c041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2b20311b6470c" /><Relationship Type="http://schemas.openxmlformats.org/officeDocument/2006/relationships/image" Target="/ppt/media/image2.png" Id="R0f6a565d59274ca2" /><Relationship Type="http://schemas.openxmlformats.org/officeDocument/2006/relationships/notesSlide" Target="/ppt/notesSlides/notesSlide7.xml" Id="Rdbcc65dadc344d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0d0dda2a84023" /><Relationship Type="http://schemas.openxmlformats.org/officeDocument/2006/relationships/image" Target="/ppt/media/image2.png" Id="Rf7cfd0ede9f5406b" /><Relationship Type="http://schemas.openxmlformats.org/officeDocument/2006/relationships/notesSlide" Target="/ppt/notesSlides/notesSlide8.xml" Id="R3a5b9a3a45564e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9e5dc60c64e68" /><Relationship Type="http://schemas.openxmlformats.org/officeDocument/2006/relationships/image" Target="/ppt/media/image2.png" Id="Rb57965f68fee431f" /><Relationship Type="http://schemas.openxmlformats.org/officeDocument/2006/relationships/notesSlide" Target="/ppt/notesSlides/notesSlide9.xml" Id="R0c162f326ad246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8a12fb0884330" /><Relationship Type="http://schemas.openxmlformats.org/officeDocument/2006/relationships/image" Target="/ppt/media/image2.png" Id="R9e272f3f08cd4e63" /><Relationship Type="http://schemas.openxmlformats.org/officeDocument/2006/relationships/notesSlide" Target="/ppt/notesSlides/notesSlide10.xml" Id="Rf7e6ffb295da4d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4a50963244df7" /><Relationship Type="http://schemas.openxmlformats.org/officeDocument/2006/relationships/image" Target="/ppt/media/image2.png" Id="R6fbc028ec591459f" /><Relationship Type="http://schemas.openxmlformats.org/officeDocument/2006/relationships/notesSlide" Target="/ppt/notesSlides/notesSlide11.xml" Id="R24ca11759dfc43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dc761b6cb451b" /><Relationship Type="http://schemas.openxmlformats.org/officeDocument/2006/relationships/image" Target="/ppt/media/image2.png" Id="Rcc7898df854947ed" /><Relationship Type="http://schemas.openxmlformats.org/officeDocument/2006/relationships/image" Target="/ppt/media/image3.png" Id="Rbe488a55cc1749bc" /><Relationship Type="http://schemas.openxmlformats.org/officeDocument/2006/relationships/hyperlink" Target="https://slidesai.io/?utm_source=export&amp;utm_medium=pptx" TargetMode="External" Id="R11274de6521f48cf" /><Relationship Type="http://schemas.openxmlformats.org/officeDocument/2006/relationships/notesSlide" Target="/ppt/notesSlides/notesSlide12.xml" Id="R9763b411d62249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4656b2e6d41e5" /><Relationship Type="http://schemas.openxmlformats.org/officeDocument/2006/relationships/image" Target="/ppt/media/image2.png" Id="R1e37df87e8df403f" /><Relationship Type="http://schemas.openxmlformats.org/officeDocument/2006/relationships/notesSlide" Target="/ppt/notesSlides/notesSlide13.xml" Id="R8027e42d381b4d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4d6fe21c74f3d" /><Relationship Type="http://schemas.openxmlformats.org/officeDocument/2006/relationships/image" Target="/ppt/media/image2.png" Id="R7d3bd41c43bf45ec" /><Relationship Type="http://schemas.openxmlformats.org/officeDocument/2006/relationships/notesSlide" Target="/ppt/notesSlides/notesSlide14.xml" Id="R60dd6e1a3a0743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7c7df5cec4235" /><Relationship Type="http://schemas.openxmlformats.org/officeDocument/2006/relationships/image" Target="/ppt/media/image2.png" Id="R5a68a5c4df554ee6" /><Relationship Type="http://schemas.openxmlformats.org/officeDocument/2006/relationships/notesSlide" Target="/ppt/notesSlides/notesSlide15.xml" Id="Rf313a816412547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6f7f638a94c89" /><Relationship Type="http://schemas.openxmlformats.org/officeDocument/2006/relationships/image" Target="/ppt/media/image2.png" Id="R91e7d90273c54d3a" /><Relationship Type="http://schemas.openxmlformats.org/officeDocument/2006/relationships/notesSlide" Target="/ppt/notesSlides/notesSlide16.xml" Id="Rc5ea7db6e0014c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c577e46c24cc5" /><Relationship Type="http://schemas.openxmlformats.org/officeDocument/2006/relationships/image" Target="/ppt/media/image2.png" Id="R7661b103c8f84b75" /><Relationship Type="http://schemas.openxmlformats.org/officeDocument/2006/relationships/notesSlide" Target="/ppt/notesSlides/notesSlide17.xml" Id="R428635f9115449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314589cd243a5" /><Relationship Type="http://schemas.openxmlformats.org/officeDocument/2006/relationships/image" Target="/ppt/media/image2.png" Id="R3a25afa1785344e6" /><Relationship Type="http://schemas.openxmlformats.org/officeDocument/2006/relationships/notesSlide" Target="/ppt/notesSlides/notesSlide18.xml" Id="R84b6d524bbbf4c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c0bae60734114" /><Relationship Type="http://schemas.openxmlformats.org/officeDocument/2006/relationships/image" Target="/ppt/media/image2.png" Id="Rd31aff92efe84b11" /><Relationship Type="http://schemas.openxmlformats.org/officeDocument/2006/relationships/notesSlide" Target="/ppt/notesSlides/notesSlide19.xml" Id="R36278220a8c84fa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beb6b48ef481e" /><Relationship Type="http://schemas.openxmlformats.org/officeDocument/2006/relationships/image" Target="/ppt/media/image2.png" Id="R2149dd4fa29c4390" /><Relationship Type="http://schemas.openxmlformats.org/officeDocument/2006/relationships/notesSlide" Target="/ppt/notesSlides/notesSlide20.xml" Id="R4acc7637bb9346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0063728d94c8b" /><Relationship Type="http://schemas.openxmlformats.org/officeDocument/2006/relationships/image" Target="/ppt/media/image2.png" Id="R69dffe3cfbda4311" /><Relationship Type="http://schemas.openxmlformats.org/officeDocument/2006/relationships/notesSlide" Target="/ppt/notesSlides/notesSlide21.xml" Id="R5dc5d3ee48c346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6d2bfc5a9443b" /><Relationship Type="http://schemas.openxmlformats.org/officeDocument/2006/relationships/image" Target="/ppt/media/image2.png" Id="R0fa317bde35443ee" /><Relationship Type="http://schemas.openxmlformats.org/officeDocument/2006/relationships/notesSlide" Target="/ppt/notesSlides/notesSlide22.xml" Id="R31e5330281b94f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8C05B42-0A7F-4255-B4F9-7A62342A7225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Social Media Officer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Induction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representing Q on social media.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EBCAEE3A-4E96-4738-91B4-306C930A7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92578768dc40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0825C9C-AB8F-4F26-B4CD-31E996E3EC1A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What is Q?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An AI-powered wellbeing and personal growth platform for LGBTQ+ people and allies.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Technology and wellbeing tools in one secure platform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Guided support, mood tracking and journaling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Resources for reflection and personal growth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1CACCCE4-3155-4E2B-8D58-69139BEEAD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dd015a0e934a6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AF57466C-5DAB-42C8-9D05-85DB6F37F49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Support people as they understand themselves and make changes that feel right for them.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Build positive habits at the person’s own pace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0B41F5D0-0DD7-4A26-AE0A-C36D393F4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8fc46eb51d42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D8C26DA8-729B-4F99-8B76-82DF67633B4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Induction at a glance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day of practical learning, guided practice and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Morning: role boundaries, brand voice and safe publishing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Afternoon: channel workflow, moderation and analytics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Finish: scenario practice, assessment and sign-off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8F6F6879-C42C-4368-A998-6F369A3ED4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835929f2154c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86536C84-999E-4CB8-BB99-06AF61303AE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Roles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Represent Q clearly, respectfully and within your authority.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Create and schedule content from approved plans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the brand voice and current product guidance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Do not speak for Q on unapproved issues or make promises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810B47F2-FD13-49E4-BC6C-A1C42D8B3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2fadd8f23544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838DCA46-1B16-49D8-B825-59AA0A1F1EC4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When to pause and escalate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safe pause protects the community and the organisation.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Pause if facts, approval or account access are unclear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Escalate safety, privacy, security or legal concerns promptly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argue, speculate, diagnose or promise an outcome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6936E59A-598E-4C52-91CA-122FD09313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9fee9beb7442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73D715B2-C0A5-4026-8B55-A28EA98EEA7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Legal awareness and data protection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personal information only for a clear, authorised purpose.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Collect or record only what the approved workflow needs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internal records factual and respectful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accounts, tools and retention procedures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Route rights or legal questions to the designated contact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0A538495-E077-4A9F-9AB5-FBB8FCC7DC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6a565d59274c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5347EBA4-4EE7-47DD-A5AF-E82F7812A848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Everyday information safety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Small checks help protect trust and account access.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Never ask for passwords, one-time codes or reset links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Do not copy private posts or messages into unapproved tools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Check account, audience, links and media before publishing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work in approved systems; report suspicious activity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1445C94A-639A-4769-96DE-6BE177500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cfd0ede9f540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115CE581-C1B8-4837-A327-B5AF18BA546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Incidents, rights requests and escalation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Recognise the concern, protect information and route it.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Stop if a post exposes private or incorrect information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Report suspected incidents through the approved route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 only the minimum facts needed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Route rights requests and authority demands securely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2B9ACB54-5732-41CE-962F-B125957B0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7965f68fee43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8E71C477-0068-4256-A40D-E16421916BFA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Social channels and publishing tools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the approved accounts and workflow for each channel.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Know the purpose and audience of each approved channel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role-based access and the authorised scheduler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drafts, approvals, timing and published status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current platform and Q procedures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3AD2F673-DEF9-43E8-B9B4-9312AAD10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272f3f08cd4e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F2490181-B747-453C-909A-418A1D7B3929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Writing for social media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Make each post clear, accurate and suited to its audience.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Lead with one clear point and use plain language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Follow the approved brand voice and accessibility guidance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Check every claim, link, name, tag and image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current Help content for product details</a:t>
            </a: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C9B88F8C-0D89-49C1-A037-EE2155129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bc028ec59145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8853318C-C13A-4A41-951F-129EE5D6ADD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Community care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Be warm and respectful without turning public replies into private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Acknowledge concerns without debating or shaming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ask people to post sensitive details publicly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Move support queries to the approved secure route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safety guidance for urgent danger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C477480A-E406-4C7A-B5A6-02CFA0AF4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7898df854947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3BEFC9A5-FDBE-439F-B0D5-4559C4A83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488a55cc1749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11274de6521f48cf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" name="Google Shape;161;p15">
            <a:extLst xmlns:a="http://schemas.openxmlformats.org/drawingml/2006/main">
              <a:ext uri="{FF2B5EF4-FFF2-40B4-BE49-F238E27FC236}">
                <a16:creationId xmlns:a16="http://schemas.microsoft.com/office/drawing/2014/main" id="{07DC11C8-1C67-47EA-B9FE-E8339B9E016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15">
            <a:extLst xmlns:a="http://schemas.openxmlformats.org/drawingml/2006/main">
              <a:ext uri="{FF2B5EF4-FFF2-40B4-BE49-F238E27FC236}">
                <a16:creationId xmlns:a16="http://schemas.microsoft.com/office/drawing/2014/main" id="{790EA7AE-DB36-4FD0-981E-9BD1EB66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Accounts, access and team coordination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3" name="Google Shape;163;p15">
            <a:extLst xmlns:a="http://schemas.openxmlformats.org/drawingml/2006/main">
              <a:ext uri="{FF2B5EF4-FFF2-40B4-BE49-F238E27FC236}">
                <a16:creationId xmlns:a16="http://schemas.microsoft.com/office/drawing/2014/main" id="{6DA4FBFF-C304-4CD0-80ED-A9708C77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the right work identity and stay within granted access.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4" name="Google Shape;164;p15">
            <a:extLst xmlns:a="http://schemas.openxmlformats.org/drawingml/2006/main">
              <a:ext uri="{FF2B5EF4-FFF2-40B4-BE49-F238E27FC236}">
                <a16:creationId xmlns:a16="http://schemas.microsoft.com/office/drawing/2014/main" id="{D6375742-2A67-4CAD-9549-AF83D5FB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your individual login and required security checks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Publish only from accounts assigned to your role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Coordinate ownership to avoid duplicate or conflicting replies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account recovery and handovers within approved processes</a:t>
            </a:r>
          </a:p>
        </p:txBody>
      </p:sp>
      <p:sp>
        <p:nvSpPr>
          <p:cNvPr id="165" name="Google Shape;165;p15">
            <a:extLst xmlns:a="http://schemas.openxmlformats.org/drawingml/2006/main">
              <a:ext uri="{FF2B5EF4-FFF2-40B4-BE49-F238E27FC236}">
                <a16:creationId xmlns:a16="http://schemas.microsoft.com/office/drawing/2014/main" id="{38BEC445-B6AB-49D5-9508-AC6BB14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6" name="Google Shape;166;p15">
            <a:extLst xmlns:a="http://schemas.openxmlformats.org/drawingml/2006/main">
              <a:ext uri="{FF2B5EF4-FFF2-40B4-BE49-F238E27FC236}">
                <a16:creationId xmlns:a16="http://schemas.microsoft.com/office/drawing/2014/main" id="{176890DF-0ED7-48F4-9173-533AA4CA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67" name="Google Shape;167;p15">
            <a:extLst xmlns:a="http://schemas.openxmlformats.org/drawingml/2006/main">
              <a:ext uri="{FF2B5EF4-FFF2-40B4-BE49-F238E27FC236}">
                <a16:creationId xmlns:a16="http://schemas.microsoft.com/office/drawing/2014/main" id="{911A8DC2-2442-4941-AFBA-B741F405A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37df87e8df40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20198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3" name="Google Shape;173;p16">
            <a:extLst xmlns:a="http://schemas.openxmlformats.org/drawingml/2006/main">
              <a:ext uri="{FF2B5EF4-FFF2-40B4-BE49-F238E27FC236}">
                <a16:creationId xmlns:a16="http://schemas.microsoft.com/office/drawing/2014/main" id="{0333A10B-624D-4A58-AAFC-6E97FA7B49C9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16">
            <a:extLst xmlns:a="http://schemas.openxmlformats.org/drawingml/2006/main">
              <a:ext uri="{FF2B5EF4-FFF2-40B4-BE49-F238E27FC236}">
                <a16:creationId xmlns:a16="http://schemas.microsoft.com/office/drawing/2014/main" id="{90EA6214-0732-43E7-83A4-1B025532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Content records and activity logs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5" name="Google Shape;175;p16">
            <a:extLst xmlns:a="http://schemas.openxmlformats.org/drawingml/2006/main">
              <a:ext uri="{FF2B5EF4-FFF2-40B4-BE49-F238E27FC236}">
                <a16:creationId xmlns:a16="http://schemas.microsoft.com/office/drawing/2014/main" id="{9BEDDB17-5B0E-4C14-B692-10B6C2A4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Keep a clear record of what was planned, approved and published.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6" name="Google Shape;176;p16">
            <a:extLst xmlns:a="http://schemas.openxmlformats.org/drawingml/2006/main">
              <a:ext uri="{FF2B5EF4-FFF2-40B4-BE49-F238E27FC236}">
                <a16:creationId xmlns:a16="http://schemas.microsoft.com/office/drawing/2014/main" id="{6B377760-B172-4A2B-9E5F-23AE28F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the approved content calendar and record fields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Track owner, channel, approval, timing and status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Link the final asset and published post where required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Record moderation actions according to procedure</a:t>
            </a:r>
          </a:p>
        </p:txBody>
      </p:sp>
      <p:sp>
        <p:nvSpPr>
          <p:cNvPr id="177" name="Google Shape;177;p16">
            <a:extLst xmlns:a="http://schemas.openxmlformats.org/drawingml/2006/main">
              <a:ext uri="{FF2B5EF4-FFF2-40B4-BE49-F238E27FC236}">
                <a16:creationId xmlns:a16="http://schemas.microsoft.com/office/drawing/2014/main" id="{03438914-C413-4282-85A7-9FDBCF7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8" name="Google Shape;178;p16">
            <a:extLst xmlns:a="http://schemas.openxmlformats.org/drawingml/2006/main">
              <a:ext uri="{FF2B5EF4-FFF2-40B4-BE49-F238E27FC236}">
                <a16:creationId xmlns:a16="http://schemas.microsoft.com/office/drawing/2014/main" id="{D6E5A90E-4C97-4C60-B102-5E36C15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79" name="Google Shape;179;p16">
            <a:extLst xmlns:a="http://schemas.openxmlformats.org/drawingml/2006/main">
              <a:ext uri="{FF2B5EF4-FFF2-40B4-BE49-F238E27FC236}">
                <a16:creationId xmlns:a16="http://schemas.microsoft.com/office/drawing/2014/main" id="{26BEDD24-9EEC-40A8-8B69-7599028082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3bd41c43bf45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223630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5" name="Google Shape;185;p17">
            <a:extLst xmlns:a="http://schemas.openxmlformats.org/drawingml/2006/main">
              <a:ext uri="{FF2B5EF4-FFF2-40B4-BE49-F238E27FC236}">
                <a16:creationId xmlns:a16="http://schemas.microsoft.com/office/drawing/2014/main" id="{6274BD00-1942-4FE9-91FC-AC7B48FE3BA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17">
            <a:extLst xmlns:a="http://schemas.openxmlformats.org/drawingml/2006/main">
              <a:ext uri="{FF2B5EF4-FFF2-40B4-BE49-F238E27FC236}">
                <a16:creationId xmlns:a16="http://schemas.microsoft.com/office/drawing/2014/main" id="{B7454F94-AEC8-4AB4-86F6-AB08AF8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Notes, hand-offs and corrections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7" name="Google Shape;187;p17">
            <a:extLst xmlns:a="http://schemas.openxmlformats.org/drawingml/2006/main">
              <a:ext uri="{FF2B5EF4-FFF2-40B4-BE49-F238E27FC236}">
                <a16:creationId xmlns:a16="http://schemas.microsoft.com/office/drawing/2014/main" id="{31BA3625-799D-40B7-86AF-E46D9AA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Record what the next person needs to know—clearly and accurately.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8" name="Google Shape;188;p17">
            <a:extLst xmlns:a="http://schemas.openxmlformats.org/drawingml/2006/main">
              <a:ext uri="{FF2B5EF4-FFF2-40B4-BE49-F238E27FC236}">
                <a16:creationId xmlns:a16="http://schemas.microsoft.com/office/drawing/2014/main" id="{65191499-DCC0-49DD-B2FD-2D04648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Separate verified facts from reports or assumptions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sensitive user content out of routine notes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Assign a clear owner and next action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Correct errors through the authorised process</a:t>
            </a:r>
          </a:p>
        </p:txBody>
      </p:sp>
      <p:sp>
        <p:nvSpPr>
          <p:cNvPr id="189" name="Google Shape;189;p17">
            <a:extLst xmlns:a="http://schemas.openxmlformats.org/drawingml/2006/main">
              <a:ext uri="{FF2B5EF4-FFF2-40B4-BE49-F238E27FC236}">
                <a16:creationId xmlns:a16="http://schemas.microsoft.com/office/drawing/2014/main" id="{620BFEE3-6B74-4193-A2D6-FC8C891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0" name="Google Shape;190;p17">
            <a:extLst xmlns:a="http://schemas.openxmlformats.org/drawingml/2006/main">
              <a:ext uri="{FF2B5EF4-FFF2-40B4-BE49-F238E27FC236}">
                <a16:creationId xmlns:a16="http://schemas.microsoft.com/office/drawing/2014/main" id="{0B491C3D-727E-4A2F-9801-4217BCCE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91" name="Google Shape;191;p17">
            <a:extLst xmlns:a="http://schemas.openxmlformats.org/drawingml/2006/main">
              <a:ext uri="{FF2B5EF4-FFF2-40B4-BE49-F238E27FC236}">
                <a16:creationId xmlns:a16="http://schemas.microsoft.com/office/drawing/2014/main" id="{6CE98F9C-18D8-4AD6-9CCA-2F34ED330E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68a5c4df554e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14633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7" name="Google Shape;197;p18">
            <a:extLst xmlns:a="http://schemas.openxmlformats.org/drawingml/2006/main">
              <a:ext uri="{FF2B5EF4-FFF2-40B4-BE49-F238E27FC236}">
                <a16:creationId xmlns:a16="http://schemas.microsoft.com/office/drawing/2014/main" id="{6A03E2D5-1E11-4730-93CD-9D783090C216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p18">
            <a:extLst xmlns:a="http://schemas.openxmlformats.org/drawingml/2006/main">
              <a:ext uri="{FF2B5EF4-FFF2-40B4-BE49-F238E27FC236}">
                <a16:creationId xmlns:a16="http://schemas.microsoft.com/office/drawing/2014/main" id="{2B5AD097-A293-4BE8-9045-DC144394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social media workflow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9" name="Google Shape;199;p18">
            <a:extLst xmlns:a="http://schemas.openxmlformats.org/drawingml/2006/main">
              <a:ext uri="{FF2B5EF4-FFF2-40B4-BE49-F238E27FC236}">
                <a16:creationId xmlns:a16="http://schemas.microsoft.com/office/drawing/2014/main" id="{E208835C-49EF-47AB-879B-AF24044D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Move each item from brief to review, publication and learning.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0" name="Google Shape;200;p18">
            <a:extLst xmlns:a="http://schemas.openxmlformats.org/drawingml/2006/main">
              <a:ext uri="{FF2B5EF4-FFF2-40B4-BE49-F238E27FC236}">
                <a16:creationId xmlns:a16="http://schemas.microsoft.com/office/drawing/2014/main" id="{9F0C0E6A-6530-4A82-9A6F-6318205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Confirm the brief, audience, objective and source facts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Draft content and prepare the required assets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Get the required review before scheduling or posting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Monitor response, record outcomes and follow up</a:t>
            </a:r>
          </a:p>
        </p:txBody>
      </p:sp>
      <p:sp>
        <p:nvSpPr>
          <p:cNvPr id="201" name="Google Shape;201;p18">
            <a:extLst xmlns:a="http://schemas.openxmlformats.org/drawingml/2006/main">
              <a:ext uri="{FF2B5EF4-FFF2-40B4-BE49-F238E27FC236}">
                <a16:creationId xmlns:a16="http://schemas.microsoft.com/office/drawing/2014/main" id="{AD47C77E-A7E9-4D1C-BA18-39D4B496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2" name="Google Shape;202;p18">
            <a:extLst xmlns:a="http://schemas.openxmlformats.org/drawingml/2006/main">
              <a:ext uri="{FF2B5EF4-FFF2-40B4-BE49-F238E27FC236}">
                <a16:creationId xmlns:a16="http://schemas.microsoft.com/office/drawing/2014/main" id="{2C9A97F2-EEEA-42F9-AE50-D315EBF8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03" name="Google Shape;203;p18">
            <a:extLst xmlns:a="http://schemas.openxmlformats.org/drawingml/2006/main">
              <a:ext uri="{FF2B5EF4-FFF2-40B4-BE49-F238E27FC236}">
                <a16:creationId xmlns:a16="http://schemas.microsoft.com/office/drawing/2014/main" id="{78AD39E9-FF57-4DB0-99BC-39A8512E9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e7d90273c54d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979011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9" name="Google Shape;209;p19">
            <a:extLst xmlns:a="http://schemas.openxmlformats.org/drawingml/2006/main">
              <a:ext uri="{FF2B5EF4-FFF2-40B4-BE49-F238E27FC236}">
                <a16:creationId xmlns:a16="http://schemas.microsoft.com/office/drawing/2014/main" id="{45FBCB35-FA73-4B9E-8438-F9BE994BDC5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19">
            <a:extLst xmlns:a="http://schemas.openxmlformats.org/drawingml/2006/main">
              <a:ext uri="{FF2B5EF4-FFF2-40B4-BE49-F238E27FC236}">
                <a16:creationId xmlns:a16="http://schemas.microsoft.com/office/drawing/2014/main" id="{B6BB4A3B-C2BF-4AEB-AEF9-0FB44A1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Clear, professional public replies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1" name="Google Shape;211;p19">
            <a:extLst xmlns:a="http://schemas.openxmlformats.org/drawingml/2006/main">
              <a:ext uri="{FF2B5EF4-FFF2-40B4-BE49-F238E27FC236}">
                <a16:creationId xmlns:a16="http://schemas.microsoft.com/office/drawing/2014/main" id="{44724232-ABF3-496D-95B4-8D698A6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good reply helps the person understand the next safe step.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2" name="Google Shape;212;p19">
            <a:extLst xmlns:a="http://schemas.openxmlformats.org/drawingml/2006/main">
              <a:ext uri="{FF2B5EF4-FFF2-40B4-BE49-F238E27FC236}">
                <a16:creationId xmlns:a16="http://schemas.microsoft.com/office/drawing/2014/main" id="{67A7D736-741E-4520-9864-48392FE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Acknowledge the question and keep a respectful tone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one confirmed answer or approved next step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templates as drafts and check every detail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Avoid invented timelines, guarantees and unsupported claims</a:t>
            </a:r>
          </a:p>
        </p:txBody>
      </p:sp>
      <p:sp>
        <p:nvSpPr>
          <p:cNvPr id="213" name="Google Shape;213;p19">
            <a:extLst xmlns:a="http://schemas.openxmlformats.org/drawingml/2006/main">
              <a:ext uri="{FF2B5EF4-FFF2-40B4-BE49-F238E27FC236}">
                <a16:creationId xmlns:a16="http://schemas.microsoft.com/office/drawing/2014/main" id="{8ADA87B3-79FE-43BA-9979-89BEAE3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4" name="Google Shape;214;p19">
            <a:extLst xmlns:a="http://schemas.openxmlformats.org/drawingml/2006/main">
              <a:ext uri="{FF2B5EF4-FFF2-40B4-BE49-F238E27FC236}">
                <a16:creationId xmlns:a16="http://schemas.microsoft.com/office/drawing/2014/main" id="{51B8BBF2-5D5D-40C9-8128-D71FD5F4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5" name="Google Shape;215;p19">
            <a:extLst xmlns:a="http://schemas.openxmlformats.org/drawingml/2006/main">
              <a:ext uri="{FF2B5EF4-FFF2-40B4-BE49-F238E27FC236}">
                <a16:creationId xmlns:a16="http://schemas.microsoft.com/office/drawing/2014/main" id="{7BDAC63F-60C4-4429-BC8A-11AC06C03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61b103c8f84b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84367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1" name="Google Shape;221;p20">
            <a:extLst xmlns:a="http://schemas.openxmlformats.org/drawingml/2006/main">
              <a:ext uri="{FF2B5EF4-FFF2-40B4-BE49-F238E27FC236}">
                <a16:creationId xmlns:a16="http://schemas.microsoft.com/office/drawing/2014/main" id="{54927FF6-D49C-4156-930F-BBC179456FF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20">
            <a:extLst xmlns:a="http://schemas.openxmlformats.org/drawingml/2006/main">
              <a:ext uri="{FF2B5EF4-FFF2-40B4-BE49-F238E27FC236}">
                <a16:creationId xmlns:a16="http://schemas.microsoft.com/office/drawing/2014/main" id="{77F6E7EA-65A8-4705-81A5-584BE8E0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Integrated case simulations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3" name="Google Shape;223;p20">
            <a:extLst xmlns:a="http://schemas.openxmlformats.org/drawingml/2006/main">
              <a:ext uri="{FF2B5EF4-FFF2-40B4-BE49-F238E27FC236}">
                <a16:creationId xmlns:a16="http://schemas.microsoft.com/office/drawing/2014/main" id="{EF2C34C3-2488-4CDD-9610-7EEA5F92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Practise the workflow with fictional posts and user details.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4" name="Google Shape;224;p20">
            <a:extLst xmlns:a="http://schemas.openxmlformats.org/drawingml/2006/main">
              <a:ext uri="{FF2B5EF4-FFF2-40B4-BE49-F238E27FC236}">
                <a16:creationId xmlns:a16="http://schemas.microsoft.com/office/drawing/2014/main" id="{595D3EB1-BB8F-4B5C-8749-CC41D62F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Review the brief and identify the audience and key message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Prepare a post and check facts, tone and accessibility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Respond to a challenging comment within role boundaries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 actions and escalate when the scenario requires it</a:t>
            </a:r>
          </a:p>
        </p:txBody>
      </p:sp>
      <p:sp>
        <p:nvSpPr>
          <p:cNvPr id="225" name="Google Shape;225;p20">
            <a:extLst xmlns:a="http://schemas.openxmlformats.org/drawingml/2006/main">
              <a:ext uri="{FF2B5EF4-FFF2-40B4-BE49-F238E27FC236}">
                <a16:creationId xmlns:a16="http://schemas.microsoft.com/office/drawing/2014/main" id="{27A64F0F-ACAD-4551-85F9-30A3E4C4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6" name="Google Shape;226;p20">
            <a:extLst xmlns:a="http://schemas.openxmlformats.org/drawingml/2006/main">
              <a:ext uri="{FF2B5EF4-FFF2-40B4-BE49-F238E27FC236}">
                <a16:creationId xmlns:a16="http://schemas.microsoft.com/office/drawing/2014/main" id="{CC2D9819-CA98-4558-80C5-D89B73E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27" name="Google Shape;227;p20">
            <a:extLst xmlns:a="http://schemas.openxmlformats.org/drawingml/2006/main">
              <a:ext uri="{FF2B5EF4-FFF2-40B4-BE49-F238E27FC236}">
                <a16:creationId xmlns:a16="http://schemas.microsoft.com/office/drawing/2014/main" id="{A62C992C-440D-4F76-9135-2EFBDDACA9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a25afa1785344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883853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3" name="Google Shape;233;p21">
            <a:extLst xmlns:a="http://schemas.openxmlformats.org/drawingml/2006/main">
              <a:ext uri="{FF2B5EF4-FFF2-40B4-BE49-F238E27FC236}">
                <a16:creationId xmlns:a16="http://schemas.microsoft.com/office/drawing/2014/main" id="{B9A64D7F-6C83-447D-999D-8503F6896A6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4" name="Google Shape;234;p21">
            <a:extLst xmlns:a="http://schemas.openxmlformats.org/drawingml/2006/main">
              <a:ext uri="{FF2B5EF4-FFF2-40B4-BE49-F238E27FC236}">
                <a16:creationId xmlns:a16="http://schemas.microsoft.com/office/drawing/2014/main" id="{4C64FA62-B0B1-4741-9368-FB70508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Observed assessment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5" name="Google Shape;235;p21">
            <a:extLst xmlns:a="http://schemas.openxmlformats.org/drawingml/2006/main">
              <a:ext uri="{FF2B5EF4-FFF2-40B4-BE49-F238E27FC236}">
                <a16:creationId xmlns:a16="http://schemas.microsoft.com/office/drawing/2014/main" id="{F761CE3D-F973-4DDD-86B9-53FD369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Show safe, accurate work from draft through hand-off.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6" name="Google Shape;236;p21">
            <a:extLst xmlns:a="http://schemas.openxmlformats.org/drawingml/2006/main">
              <a:ext uri="{FF2B5EF4-FFF2-40B4-BE49-F238E27FC236}">
                <a16:creationId xmlns:a16="http://schemas.microsoft.com/office/drawing/2014/main" id="{CDC8C755-F351-438D-9B4F-4211EA0E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Brand voice, audience fit and accurate claims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Privacy, accessibility and publishing checks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Sound moderation judgement and escalation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Clear records, ownership and communication</a:t>
            </a:r>
          </a:p>
        </p:txBody>
      </p:sp>
      <p:sp>
        <p:nvSpPr>
          <p:cNvPr id="237" name="Google Shape;237;p21">
            <a:extLst xmlns:a="http://schemas.openxmlformats.org/drawingml/2006/main">
              <a:ext uri="{FF2B5EF4-FFF2-40B4-BE49-F238E27FC236}">
                <a16:creationId xmlns:a16="http://schemas.microsoft.com/office/drawing/2014/main" id="{9E065C47-8D27-4A11-A404-2BEB94E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8" name="Google Shape;238;p21">
            <a:extLst xmlns:a="http://schemas.openxmlformats.org/drawingml/2006/main">
              <a:ext uri="{FF2B5EF4-FFF2-40B4-BE49-F238E27FC236}">
                <a16:creationId xmlns:a16="http://schemas.microsoft.com/office/drawing/2014/main" id="{B7829EA7-ACCF-4744-8811-62F99E4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39" name="Google Shape;239;p21">
            <a:extLst xmlns:a="http://schemas.openxmlformats.org/drawingml/2006/main">
              <a:ext uri="{FF2B5EF4-FFF2-40B4-BE49-F238E27FC236}">
                <a16:creationId xmlns:a16="http://schemas.microsoft.com/office/drawing/2014/main" id="{DA2036BA-4E71-4365-A768-CB62BCD8F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1aff92efe84b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61627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5" name="Google Shape;245;p22">
            <a:extLst xmlns:a="http://schemas.openxmlformats.org/drawingml/2006/main">
              <a:ext uri="{FF2B5EF4-FFF2-40B4-BE49-F238E27FC236}">
                <a16:creationId xmlns:a16="http://schemas.microsoft.com/office/drawing/2014/main" id="{E5E2EBAD-1365-461F-BF8F-F957B5ADB7D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22">
            <a:extLst xmlns:a="http://schemas.openxmlformats.org/drawingml/2006/main">
              <a:ext uri="{FF2B5EF4-FFF2-40B4-BE49-F238E27FC236}">
                <a16:creationId xmlns:a16="http://schemas.microsoft.com/office/drawing/2014/main" id="{359D9904-F1BA-4C15-B109-DF88A4DE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Knowledge check, coaching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7" name="Google Shape;247;p22">
            <a:extLst xmlns:a="http://schemas.openxmlformats.org/drawingml/2006/main">
              <a:ext uri="{FF2B5EF4-FFF2-40B4-BE49-F238E27FC236}">
                <a16:creationId xmlns:a16="http://schemas.microsoft.com/office/drawing/2014/main" id="{4C283048-E738-41FF-93A9-F824897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short check and observed practice confirm readiness.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8" name="Google Shape;248;p22">
            <a:extLst xmlns:a="http://schemas.openxmlformats.org/drawingml/2006/main">
              <a:ext uri="{FF2B5EF4-FFF2-40B4-BE49-F238E27FC236}">
                <a16:creationId xmlns:a16="http://schemas.microsoft.com/office/drawing/2014/main" id="{218F373B-7A81-4022-BAF4-2656B00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understanding of Q, channels, privacy and escalation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Review feedback and practise any missed steps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access, approvals and local procedures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Begin live publishing only after authorised sign-off</a:t>
            </a:r>
          </a:p>
        </p:txBody>
      </p:sp>
      <p:sp>
        <p:nvSpPr>
          <p:cNvPr id="249" name="Google Shape;249;p22">
            <a:extLst xmlns:a="http://schemas.openxmlformats.org/drawingml/2006/main">
              <a:ext uri="{FF2B5EF4-FFF2-40B4-BE49-F238E27FC236}">
                <a16:creationId xmlns:a16="http://schemas.microsoft.com/office/drawing/2014/main" id="{3591C0C9-AC87-4353-87F6-97D28277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0" name="Google Shape;250;p22">
            <a:extLst xmlns:a="http://schemas.openxmlformats.org/drawingml/2006/main">
              <a:ext uri="{FF2B5EF4-FFF2-40B4-BE49-F238E27FC236}">
                <a16:creationId xmlns:a16="http://schemas.microsoft.com/office/drawing/2014/main" id="{363187A1-3AB3-4357-962A-6DD1F1DB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51" name="Google Shape;251;p22">
            <a:extLst xmlns:a="http://schemas.openxmlformats.org/drawingml/2006/main">
              <a:ext uri="{FF2B5EF4-FFF2-40B4-BE49-F238E27FC236}">
                <a16:creationId xmlns:a16="http://schemas.microsoft.com/office/drawing/2014/main" id="{D0FD3925-C5F6-4456-AAF4-2263AC0FC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49dd4fa29c43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63636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7" name="Google Shape;257;p23">
            <a:extLst xmlns:a="http://schemas.openxmlformats.org/drawingml/2006/main">
              <a:ext uri="{FF2B5EF4-FFF2-40B4-BE49-F238E27FC236}">
                <a16:creationId xmlns:a16="http://schemas.microsoft.com/office/drawing/2014/main" id="{38EB29E6-BBD7-470B-8601-E9F295AE42BA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23">
            <a:extLst xmlns:a="http://schemas.openxmlformats.org/drawingml/2006/main">
              <a:ext uri="{FF2B5EF4-FFF2-40B4-BE49-F238E27FC236}">
                <a16:creationId xmlns:a16="http://schemas.microsoft.com/office/drawing/2014/main" id="{CF6B40CD-173C-4AAF-958B-9B3B1C3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Welcome to the team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9" name="Google Shape;259;p23">
            <a:extLst xmlns:a="http://schemas.openxmlformats.org/drawingml/2006/main">
              <a:ext uri="{FF2B5EF4-FFF2-40B4-BE49-F238E27FC236}">
                <a16:creationId xmlns:a16="http://schemas.microsoft.com/office/drawing/2014/main" id="{6105BD2F-9595-477F-B359-9AB0B4BF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Every post and reply is a chance to represent Q with care.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0" name="Google Shape;260;p23">
            <a:extLst xmlns:a="http://schemas.openxmlformats.org/drawingml/2006/main">
              <a:ext uri="{FF2B5EF4-FFF2-40B4-BE49-F238E27FC236}">
                <a16:creationId xmlns:a16="http://schemas.microsoft.com/office/drawing/2014/main" id="{C96FCD8C-0DC5-4D60-B8E1-F69E9D3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Be clear. Protect privacy. Check before you publish.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</a:p>
        </p:txBody>
      </p:sp>
      <p:sp>
        <p:nvSpPr>
          <p:cNvPr id="261" name="Google Shape;261;p23">
            <a:extLst xmlns:a="http://schemas.openxmlformats.org/drawingml/2006/main">
              <a:ext uri="{FF2B5EF4-FFF2-40B4-BE49-F238E27FC236}">
                <a16:creationId xmlns:a16="http://schemas.microsoft.com/office/drawing/2014/main" id="{05EFDB36-6DA4-4574-957D-DC0DBBD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2" name="Google Shape;262;p23">
            <a:extLst xmlns:a="http://schemas.openxmlformats.org/drawingml/2006/main">
              <a:ext uri="{FF2B5EF4-FFF2-40B4-BE49-F238E27FC236}">
                <a16:creationId xmlns:a16="http://schemas.microsoft.com/office/drawing/2014/main" id="{611BE1D5-9609-4A96-B2D4-F1D6BD5C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63" name="Google Shape;263;p23">
            <a:extLst xmlns:a="http://schemas.openxmlformats.org/drawingml/2006/main">
              <a:ext uri="{FF2B5EF4-FFF2-40B4-BE49-F238E27FC236}">
                <a16:creationId xmlns:a16="http://schemas.microsoft.com/office/drawing/2014/main" id="{B017959E-6BAF-4AAF-9B21-B8C0D62B7C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dffe3cfbda43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808784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9" name="Google Shape;269;p24">
            <a:extLst xmlns:a="http://schemas.openxmlformats.org/drawingml/2006/main">
              <a:ext uri="{FF2B5EF4-FFF2-40B4-BE49-F238E27FC236}">
                <a16:creationId xmlns:a16="http://schemas.microsoft.com/office/drawing/2014/main" id="{2E6B2CCB-9C1C-4302-B9CE-2D9DDC645ED6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24">
            <a:extLst xmlns:a="http://schemas.openxmlformats.org/drawingml/2006/main">
              <a:ext uri="{FF2B5EF4-FFF2-40B4-BE49-F238E27FC236}">
                <a16:creationId xmlns:a16="http://schemas.microsoft.com/office/drawing/2014/main" id="{6CC1B485-378E-46A1-98E6-31F38BF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Welcome to the team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1" name="Google Shape;271;p24">
            <a:extLst xmlns:a="http://schemas.openxmlformats.org/drawingml/2006/main">
              <a:ext uri="{FF2B5EF4-FFF2-40B4-BE49-F238E27FC236}">
                <a16:creationId xmlns:a16="http://schemas.microsoft.com/office/drawing/2014/main" id="{9524C31F-E700-42B6-8AE6-6933EF1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Every interaction is a chance to offer clear, affirming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2" name="Google Shape;272;p24">
            <a:extLst xmlns:a="http://schemas.openxmlformats.org/drawingml/2006/main">
              <a:ext uri="{FF2B5EF4-FFF2-40B4-BE49-F238E27FC236}">
                <a16:creationId xmlns:a16="http://schemas.microsoft.com/office/drawing/2014/main" id="{17D28B4F-79EE-493F-98F7-D41BC06E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Stay curious. Protect privacy. Ask for help when unsure.</a:t>
            </a:r>
            <a:b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</a:b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Q Intelligence · Customer Service Agent Induction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3" name="Google Shape;273;p24">
            <a:extLst xmlns:a="http://schemas.openxmlformats.org/drawingml/2006/main">
              <a:ext uri="{FF2B5EF4-FFF2-40B4-BE49-F238E27FC236}">
                <a16:creationId xmlns:a16="http://schemas.microsoft.com/office/drawing/2014/main" id="{EF23727D-FF57-4126-9C1A-4ADF046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Service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4" name="Google Shape;274;p24">
            <a:extLst xmlns:a="http://schemas.openxmlformats.org/drawingml/2006/main">
              <a:ext uri="{FF2B5EF4-FFF2-40B4-BE49-F238E27FC236}">
                <a16:creationId xmlns:a16="http://schemas.microsoft.com/office/drawing/2014/main" id="{53839055-7813-4FF9-9B21-AE74E890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75" name="Google Shape;275;p24">
            <a:extLst xmlns:a="http://schemas.openxmlformats.org/drawingml/2006/main">
              <a:ext uri="{FF2B5EF4-FFF2-40B4-BE49-F238E27FC236}">
                <a16:creationId xmlns:a16="http://schemas.microsoft.com/office/drawing/2014/main" id="{F6ABF6A3-9B42-431C-BA46-DB0C2642D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a317bde35443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63646144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2026-10-19T18:46:48.2580000Z</dcterms:created>
  <dcterms:modified xsi:type="dcterms:W3CDTF">2026-10-19T18:46:48.2580000Z</dcterms:modified>
</coreProperties>
</file>